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65" r:id="rId4"/>
    <p:sldId id="256" r:id="rId5"/>
    <p:sldId id="261" r:id="rId6"/>
    <p:sldId id="262" r:id="rId7"/>
    <p:sldId id="257" r:id="rId8"/>
    <p:sldId id="266" r:id="rId9"/>
    <p:sldId id="260" r:id="rId10"/>
    <p:sldId id="267" r:id="rId11"/>
    <p:sldId id="263" r:id="rId12"/>
    <p:sldId id="264" r:id="rId1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FF9900"/>
    <a:srgbClr val="B45210"/>
    <a:srgbClr val="82DAE6"/>
    <a:srgbClr val="55CDDD"/>
    <a:srgbClr val="F1FF67"/>
    <a:srgbClr val="70F0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81" autoAdjust="0"/>
    <p:restoredTop sz="94660"/>
  </p:normalViewPr>
  <p:slideViewPr>
    <p:cSldViewPr snapToGrid="0">
      <p:cViewPr varScale="1">
        <p:scale>
          <a:sx n="78" d="100"/>
          <a:sy n="78" d="100"/>
        </p:scale>
        <p:origin x="108" y="5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customXml" Target="../customXml/item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20"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馬場　碧生" userId="242fe924-956f-4f80-97d5-7a3231fdf9ba" providerId="ADAL" clId="{E59E2DC9-86A0-43C6-AC92-2955BB4E7CDD}"/>
    <pc:docChg chg="undo redo custSel addSld delSld modSld sldOrd">
      <pc:chgData name="馬場　碧生" userId="242fe924-956f-4f80-97d5-7a3231fdf9ba" providerId="ADAL" clId="{E59E2DC9-86A0-43C6-AC92-2955BB4E7CDD}" dt="2026-02-09T00:50:51.414" v="2361" actId="207"/>
      <pc:docMkLst>
        <pc:docMk/>
      </pc:docMkLst>
      <pc:sldChg chg="delSp modSp mod">
        <pc:chgData name="馬場　碧生" userId="242fe924-956f-4f80-97d5-7a3231fdf9ba" providerId="ADAL" clId="{E59E2DC9-86A0-43C6-AC92-2955BB4E7CDD}" dt="2026-02-05T02:15:26.639" v="62" actId="14100"/>
        <pc:sldMkLst>
          <pc:docMk/>
          <pc:sldMk cId="677173856" sldId="257"/>
        </pc:sldMkLst>
        <pc:spChg chg="del mod">
          <ac:chgData name="馬場　碧生" userId="242fe924-956f-4f80-97d5-7a3231fdf9ba" providerId="ADAL" clId="{E59E2DC9-86A0-43C6-AC92-2955BB4E7CDD}" dt="2026-02-05T02:15:19.655" v="60"/>
          <ac:spMkLst>
            <pc:docMk/>
            <pc:sldMk cId="677173856" sldId="257"/>
            <ac:spMk id="4" creationId="{C51034D1-8157-4584-A313-E78EBD7184DA}"/>
          </ac:spMkLst>
        </pc:spChg>
        <pc:graphicFrameChg chg="mod modGraphic">
          <ac:chgData name="馬場　碧生" userId="242fe924-956f-4f80-97d5-7a3231fdf9ba" providerId="ADAL" clId="{E59E2DC9-86A0-43C6-AC92-2955BB4E7CDD}" dt="2026-02-05T02:15:26.639" v="62" actId="14100"/>
          <ac:graphicFrameMkLst>
            <pc:docMk/>
            <pc:sldMk cId="677173856" sldId="257"/>
            <ac:graphicFrameMk id="6" creationId="{6E09C39A-D011-4DC0-877A-8E49B28B4529}"/>
          </ac:graphicFrameMkLst>
        </pc:graphicFrameChg>
      </pc:sldChg>
      <pc:sldChg chg="modSp mod ord">
        <pc:chgData name="馬場　碧生" userId="242fe924-956f-4f80-97d5-7a3231fdf9ba" providerId="ADAL" clId="{E59E2DC9-86A0-43C6-AC92-2955BB4E7CDD}" dt="2026-02-05T02:26:00.198" v="220" actId="20577"/>
        <pc:sldMkLst>
          <pc:docMk/>
          <pc:sldMk cId="1371136722" sldId="259"/>
        </pc:sldMkLst>
        <pc:spChg chg="mod">
          <ac:chgData name="馬場　碧生" userId="242fe924-956f-4f80-97d5-7a3231fdf9ba" providerId="ADAL" clId="{E59E2DC9-86A0-43C6-AC92-2955BB4E7CDD}" dt="2026-02-05T02:26:00.198" v="220" actId="20577"/>
          <ac:spMkLst>
            <pc:docMk/>
            <pc:sldMk cId="1371136722" sldId="259"/>
            <ac:spMk id="2" creationId="{BA6D6F7A-225F-4306-B7D8-49BBB65525CD}"/>
          </ac:spMkLst>
        </pc:spChg>
      </pc:sldChg>
      <pc:sldChg chg="addSp delSp modSp mod">
        <pc:chgData name="馬場　碧生" userId="242fe924-956f-4f80-97d5-7a3231fdf9ba" providerId="ADAL" clId="{E59E2DC9-86A0-43C6-AC92-2955BB4E7CDD}" dt="2026-02-06T01:25:05.359" v="1383" actId="1076"/>
        <pc:sldMkLst>
          <pc:docMk/>
          <pc:sldMk cId="2993221000" sldId="260"/>
        </pc:sldMkLst>
        <pc:spChg chg="mod">
          <ac:chgData name="馬場　碧生" userId="242fe924-956f-4f80-97d5-7a3231fdf9ba" providerId="ADAL" clId="{E59E2DC9-86A0-43C6-AC92-2955BB4E7CDD}" dt="2026-02-06T00:41:49.857" v="727"/>
          <ac:spMkLst>
            <pc:docMk/>
            <pc:sldMk cId="2993221000" sldId="260"/>
            <ac:spMk id="2" creationId="{D425C189-9918-4F01-BBE5-8444CE9D89CD}"/>
          </ac:spMkLst>
        </pc:spChg>
        <pc:spChg chg="mod">
          <ac:chgData name="馬場　碧生" userId="242fe924-956f-4f80-97d5-7a3231fdf9ba" providerId="ADAL" clId="{E59E2DC9-86A0-43C6-AC92-2955BB4E7CDD}" dt="2026-02-06T01:25:05.359" v="1383" actId="1076"/>
          <ac:spMkLst>
            <pc:docMk/>
            <pc:sldMk cId="2993221000" sldId="260"/>
            <ac:spMk id="5" creationId="{109AC8FD-4CFE-4322-A842-C45D07F43B9E}"/>
          </ac:spMkLst>
        </pc:spChg>
        <pc:spChg chg="del mod">
          <ac:chgData name="馬場　碧生" userId="242fe924-956f-4f80-97d5-7a3231fdf9ba" providerId="ADAL" clId="{E59E2DC9-86A0-43C6-AC92-2955BB4E7CDD}" dt="2026-02-06T00:50:22.860" v="828"/>
          <ac:spMkLst>
            <pc:docMk/>
            <pc:sldMk cId="2993221000" sldId="260"/>
            <ac:spMk id="7" creationId="{F5E377E2-A4F6-44BF-838B-D7FBFA658472}"/>
          </ac:spMkLst>
        </pc:spChg>
        <pc:spChg chg="del mod">
          <ac:chgData name="馬場　碧生" userId="242fe924-956f-4f80-97d5-7a3231fdf9ba" providerId="ADAL" clId="{E59E2DC9-86A0-43C6-AC92-2955BB4E7CDD}" dt="2026-02-06T00:51:59.658" v="856" actId="478"/>
          <ac:spMkLst>
            <pc:docMk/>
            <pc:sldMk cId="2993221000" sldId="260"/>
            <ac:spMk id="8" creationId="{A5CF21FC-F375-4062-9091-E56808E2553F}"/>
          </ac:spMkLst>
        </pc:spChg>
        <pc:spChg chg="add del mod">
          <ac:chgData name="馬場　碧生" userId="242fe924-956f-4f80-97d5-7a3231fdf9ba" providerId="ADAL" clId="{E59E2DC9-86A0-43C6-AC92-2955BB4E7CDD}" dt="2026-02-06T00:42:07.998" v="737" actId="22"/>
          <ac:spMkLst>
            <pc:docMk/>
            <pc:sldMk cId="2993221000" sldId="260"/>
            <ac:spMk id="9" creationId="{FFC5555E-B7CA-4D44-AE7F-076C45BBF77C}"/>
          </ac:spMkLst>
        </pc:spChg>
        <pc:spChg chg="add mod">
          <ac:chgData name="馬場　碧生" userId="242fe924-956f-4f80-97d5-7a3231fdf9ba" providerId="ADAL" clId="{E59E2DC9-86A0-43C6-AC92-2955BB4E7CDD}" dt="2026-02-06T01:25:00.867" v="1382" actId="1076"/>
          <ac:spMkLst>
            <pc:docMk/>
            <pc:sldMk cId="2993221000" sldId="260"/>
            <ac:spMk id="10" creationId="{F0F07218-5D64-47CB-A37F-A4B1DA3AFC44}"/>
          </ac:spMkLst>
        </pc:spChg>
        <pc:spChg chg="add mod">
          <ac:chgData name="馬場　碧生" userId="242fe924-956f-4f80-97d5-7a3231fdf9ba" providerId="ADAL" clId="{E59E2DC9-86A0-43C6-AC92-2955BB4E7CDD}" dt="2026-02-06T01:25:00.867" v="1382" actId="1076"/>
          <ac:spMkLst>
            <pc:docMk/>
            <pc:sldMk cId="2993221000" sldId="260"/>
            <ac:spMk id="12" creationId="{20078DF2-6A9A-42FD-A264-CDFCB5708D17}"/>
          </ac:spMkLst>
        </pc:spChg>
        <pc:spChg chg="add mod">
          <ac:chgData name="馬場　碧生" userId="242fe924-956f-4f80-97d5-7a3231fdf9ba" providerId="ADAL" clId="{E59E2DC9-86A0-43C6-AC92-2955BB4E7CDD}" dt="2026-02-06T01:25:00.867" v="1382" actId="1076"/>
          <ac:spMkLst>
            <pc:docMk/>
            <pc:sldMk cId="2993221000" sldId="260"/>
            <ac:spMk id="13" creationId="{DD1A584C-9DCA-4D5D-A034-DCF1E5DA904D}"/>
          </ac:spMkLst>
        </pc:spChg>
        <pc:spChg chg="add mod">
          <ac:chgData name="馬場　碧生" userId="242fe924-956f-4f80-97d5-7a3231fdf9ba" providerId="ADAL" clId="{E59E2DC9-86A0-43C6-AC92-2955BB4E7CDD}" dt="2026-02-06T01:25:00.867" v="1382" actId="1076"/>
          <ac:spMkLst>
            <pc:docMk/>
            <pc:sldMk cId="2993221000" sldId="260"/>
            <ac:spMk id="14" creationId="{A8F6C23B-17EF-4009-9ED8-DF49730ED00B}"/>
          </ac:spMkLst>
        </pc:spChg>
        <pc:spChg chg="add del mod">
          <ac:chgData name="馬場　碧生" userId="242fe924-956f-4f80-97d5-7a3231fdf9ba" providerId="ADAL" clId="{E59E2DC9-86A0-43C6-AC92-2955BB4E7CDD}" dt="2026-02-06T01:24:54.558" v="1381" actId="478"/>
          <ac:spMkLst>
            <pc:docMk/>
            <pc:sldMk cId="2993221000" sldId="260"/>
            <ac:spMk id="16" creationId="{3F97B3BF-B116-4740-82DA-383F640F43B4}"/>
          </ac:spMkLst>
        </pc:spChg>
        <pc:spChg chg="add del mod">
          <ac:chgData name="馬場　碧生" userId="242fe924-956f-4f80-97d5-7a3231fdf9ba" providerId="ADAL" clId="{E59E2DC9-86A0-43C6-AC92-2955BB4E7CDD}" dt="2026-02-06T01:23:31.961" v="1360"/>
          <ac:spMkLst>
            <pc:docMk/>
            <pc:sldMk cId="2993221000" sldId="260"/>
            <ac:spMk id="42" creationId="{EE9EFE0F-4304-478B-9040-A4920652E73B}"/>
          </ac:spMkLst>
        </pc:spChg>
        <pc:spChg chg="add del mod">
          <ac:chgData name="馬場　碧生" userId="242fe924-956f-4f80-97d5-7a3231fdf9ba" providerId="ADAL" clId="{E59E2DC9-86A0-43C6-AC92-2955BB4E7CDD}" dt="2026-02-06T00:58:52.727" v="920" actId="478"/>
          <ac:spMkLst>
            <pc:docMk/>
            <pc:sldMk cId="2993221000" sldId="260"/>
            <ac:spMk id="43" creationId="{28DA591B-D7DB-4760-8BBC-A687E483CF7B}"/>
          </ac:spMkLst>
        </pc:spChg>
        <pc:spChg chg="add del mod">
          <ac:chgData name="馬場　碧生" userId="242fe924-956f-4f80-97d5-7a3231fdf9ba" providerId="ADAL" clId="{E59E2DC9-86A0-43C6-AC92-2955BB4E7CDD}" dt="2026-02-06T00:58:51.966" v="919" actId="478"/>
          <ac:spMkLst>
            <pc:docMk/>
            <pc:sldMk cId="2993221000" sldId="260"/>
            <ac:spMk id="44" creationId="{5AB49844-0FCE-48D0-AF76-F781877A4D0B}"/>
          </ac:spMkLst>
        </pc:spChg>
        <pc:spChg chg="add del mod">
          <ac:chgData name="馬場　碧生" userId="242fe924-956f-4f80-97d5-7a3231fdf9ba" providerId="ADAL" clId="{E59E2DC9-86A0-43C6-AC92-2955BB4E7CDD}" dt="2026-02-06T01:03:45.717" v="985"/>
          <ac:spMkLst>
            <pc:docMk/>
            <pc:sldMk cId="2993221000" sldId="260"/>
            <ac:spMk id="46" creationId="{984483A2-97FC-42A6-AE81-88C170C64F43}"/>
          </ac:spMkLst>
        </pc:spChg>
        <pc:spChg chg="add del mod">
          <ac:chgData name="馬場　碧生" userId="242fe924-956f-4f80-97d5-7a3231fdf9ba" providerId="ADAL" clId="{E59E2DC9-86A0-43C6-AC92-2955BB4E7CDD}" dt="2026-02-06T01:23:31.962" v="1362"/>
          <ac:spMkLst>
            <pc:docMk/>
            <pc:sldMk cId="2993221000" sldId="260"/>
            <ac:spMk id="48" creationId="{A98C21F9-BC83-4721-B751-28539AF32CAB}"/>
          </ac:spMkLst>
        </pc:spChg>
        <pc:spChg chg="add del mod">
          <ac:chgData name="馬場　碧生" userId="242fe924-956f-4f80-97d5-7a3231fdf9ba" providerId="ADAL" clId="{E59E2DC9-86A0-43C6-AC92-2955BB4E7CDD}" dt="2026-02-06T01:04:32.714" v="1000" actId="22"/>
          <ac:spMkLst>
            <pc:docMk/>
            <pc:sldMk cId="2993221000" sldId="260"/>
            <ac:spMk id="55" creationId="{9BE5532C-0E84-44FD-AEE8-7F66591CAB53}"/>
          </ac:spMkLst>
        </pc:spChg>
        <pc:spChg chg="add del mod ord">
          <ac:chgData name="馬場　碧生" userId="242fe924-956f-4f80-97d5-7a3231fdf9ba" providerId="ADAL" clId="{E59E2DC9-86A0-43C6-AC92-2955BB4E7CDD}" dt="2026-02-06T01:22:25.070" v="1347" actId="478"/>
          <ac:spMkLst>
            <pc:docMk/>
            <pc:sldMk cId="2993221000" sldId="260"/>
            <ac:spMk id="79" creationId="{F6E2951C-6BA8-40F2-9F53-E3A8F81E8777}"/>
          </ac:spMkLst>
        </pc:spChg>
        <pc:cxnChg chg="add del mod">
          <ac:chgData name="馬場　碧生" userId="242fe924-956f-4f80-97d5-7a3231fdf9ba" providerId="ADAL" clId="{E59E2DC9-86A0-43C6-AC92-2955BB4E7CDD}" dt="2026-02-06T01:24:49.484" v="1379" actId="478"/>
          <ac:cxnSpMkLst>
            <pc:docMk/>
            <pc:sldMk cId="2993221000" sldId="260"/>
            <ac:cxnSpMk id="18" creationId="{BF200571-0C50-459C-B18E-41A45263A2F5}"/>
          </ac:cxnSpMkLst>
        </pc:cxnChg>
        <pc:cxnChg chg="add del mod">
          <ac:chgData name="馬場　碧生" userId="242fe924-956f-4f80-97d5-7a3231fdf9ba" providerId="ADAL" clId="{E59E2DC9-86A0-43C6-AC92-2955BB4E7CDD}" dt="2026-02-06T01:24:49.484" v="1379" actId="478"/>
          <ac:cxnSpMkLst>
            <pc:docMk/>
            <pc:sldMk cId="2993221000" sldId="260"/>
            <ac:cxnSpMk id="22" creationId="{FAFB6A59-CA5A-4989-9A6A-B1CEB39A350F}"/>
          </ac:cxnSpMkLst>
        </pc:cxnChg>
        <pc:cxnChg chg="add del mod">
          <ac:chgData name="馬場　碧生" userId="242fe924-956f-4f80-97d5-7a3231fdf9ba" providerId="ADAL" clId="{E59E2DC9-86A0-43C6-AC92-2955BB4E7CDD}" dt="2026-02-06T01:24:49.484" v="1379" actId="478"/>
          <ac:cxnSpMkLst>
            <pc:docMk/>
            <pc:sldMk cId="2993221000" sldId="260"/>
            <ac:cxnSpMk id="24" creationId="{87CEDABA-B7AD-4122-AD39-EA8B31E41656}"/>
          </ac:cxnSpMkLst>
        </pc:cxnChg>
        <pc:cxnChg chg="add del mod">
          <ac:chgData name="馬場　碧生" userId="242fe924-956f-4f80-97d5-7a3231fdf9ba" providerId="ADAL" clId="{E59E2DC9-86A0-43C6-AC92-2955BB4E7CDD}" dt="2026-02-06T01:24:49.484" v="1379" actId="478"/>
          <ac:cxnSpMkLst>
            <pc:docMk/>
            <pc:sldMk cId="2993221000" sldId="260"/>
            <ac:cxnSpMk id="26" creationId="{3D06AF2A-A6C7-4287-873A-EBEB5C18AC97}"/>
          </ac:cxnSpMkLst>
        </pc:cxnChg>
        <pc:cxnChg chg="add del mod">
          <ac:chgData name="馬場　碧生" userId="242fe924-956f-4f80-97d5-7a3231fdf9ba" providerId="ADAL" clId="{E59E2DC9-86A0-43C6-AC92-2955BB4E7CDD}" dt="2026-02-06T01:24:49.484" v="1379" actId="478"/>
          <ac:cxnSpMkLst>
            <pc:docMk/>
            <pc:sldMk cId="2993221000" sldId="260"/>
            <ac:cxnSpMk id="29" creationId="{77E21384-4470-43AB-AC71-6A300137DF88}"/>
          </ac:cxnSpMkLst>
        </pc:cxnChg>
        <pc:cxnChg chg="add del mod">
          <ac:chgData name="馬場　碧生" userId="242fe924-956f-4f80-97d5-7a3231fdf9ba" providerId="ADAL" clId="{E59E2DC9-86A0-43C6-AC92-2955BB4E7CDD}" dt="2026-02-06T01:11:19.317" v="1160" actId="478"/>
          <ac:cxnSpMkLst>
            <pc:docMk/>
            <pc:sldMk cId="2993221000" sldId="260"/>
            <ac:cxnSpMk id="50" creationId="{D081DCBD-451B-4DC3-9BFE-CE1CD22BF54B}"/>
          </ac:cxnSpMkLst>
        </pc:cxnChg>
        <pc:cxnChg chg="add del mod">
          <ac:chgData name="馬場　碧生" userId="242fe924-956f-4f80-97d5-7a3231fdf9ba" providerId="ADAL" clId="{E59E2DC9-86A0-43C6-AC92-2955BB4E7CDD}" dt="2026-02-06T01:05:30.704" v="1028" actId="478"/>
          <ac:cxnSpMkLst>
            <pc:docMk/>
            <pc:sldMk cId="2993221000" sldId="260"/>
            <ac:cxnSpMk id="56" creationId="{B58786FC-8136-4A07-8610-71ACDB006072}"/>
          </ac:cxnSpMkLst>
        </pc:cxnChg>
        <pc:cxnChg chg="add del mod">
          <ac:chgData name="馬場　碧生" userId="242fe924-956f-4f80-97d5-7a3231fdf9ba" providerId="ADAL" clId="{E59E2DC9-86A0-43C6-AC92-2955BB4E7CDD}" dt="2026-02-06T01:05:30.704" v="1028" actId="478"/>
          <ac:cxnSpMkLst>
            <pc:docMk/>
            <pc:sldMk cId="2993221000" sldId="260"/>
            <ac:cxnSpMk id="57" creationId="{EF164C2A-DC08-482E-A8F0-40EB175573A6}"/>
          </ac:cxnSpMkLst>
        </pc:cxnChg>
        <pc:cxnChg chg="add del mod">
          <ac:chgData name="馬場　碧生" userId="242fe924-956f-4f80-97d5-7a3231fdf9ba" providerId="ADAL" clId="{E59E2DC9-86A0-43C6-AC92-2955BB4E7CDD}" dt="2026-02-06T01:05:30.704" v="1028" actId="478"/>
          <ac:cxnSpMkLst>
            <pc:docMk/>
            <pc:sldMk cId="2993221000" sldId="260"/>
            <ac:cxnSpMk id="58" creationId="{F0F84ADE-E1A4-4084-A4B9-E05C8080E747}"/>
          </ac:cxnSpMkLst>
        </pc:cxnChg>
        <pc:cxnChg chg="add del mod">
          <ac:chgData name="馬場　碧生" userId="242fe924-956f-4f80-97d5-7a3231fdf9ba" providerId="ADAL" clId="{E59E2DC9-86A0-43C6-AC92-2955BB4E7CDD}" dt="2026-02-06T01:05:30.704" v="1028" actId="478"/>
          <ac:cxnSpMkLst>
            <pc:docMk/>
            <pc:sldMk cId="2993221000" sldId="260"/>
            <ac:cxnSpMk id="59" creationId="{0E2D542F-F36E-4202-A93D-DB0F42EDF973}"/>
          </ac:cxnSpMkLst>
        </pc:cxnChg>
        <pc:cxnChg chg="add del mod">
          <ac:chgData name="馬場　碧生" userId="242fe924-956f-4f80-97d5-7a3231fdf9ba" providerId="ADAL" clId="{E59E2DC9-86A0-43C6-AC92-2955BB4E7CDD}" dt="2026-02-06T01:05:30.704" v="1028" actId="478"/>
          <ac:cxnSpMkLst>
            <pc:docMk/>
            <pc:sldMk cId="2993221000" sldId="260"/>
            <ac:cxnSpMk id="60" creationId="{AA2076B8-49ED-40ED-8A9C-E854DF7CBA83}"/>
          </ac:cxnSpMkLst>
        </pc:cxnChg>
        <pc:cxnChg chg="add del mod">
          <ac:chgData name="馬場　碧生" userId="242fe924-956f-4f80-97d5-7a3231fdf9ba" providerId="ADAL" clId="{E59E2DC9-86A0-43C6-AC92-2955BB4E7CDD}" dt="2026-02-06T01:05:30.704" v="1028" actId="478"/>
          <ac:cxnSpMkLst>
            <pc:docMk/>
            <pc:sldMk cId="2993221000" sldId="260"/>
            <ac:cxnSpMk id="61" creationId="{7A78939D-5B34-4793-9F82-E910B917F90F}"/>
          </ac:cxnSpMkLst>
        </pc:cxnChg>
        <pc:cxnChg chg="add del mod">
          <ac:chgData name="馬場　碧生" userId="242fe924-956f-4f80-97d5-7a3231fdf9ba" providerId="ADAL" clId="{E59E2DC9-86A0-43C6-AC92-2955BB4E7CDD}" dt="2026-02-06T01:05:30.704" v="1028" actId="478"/>
          <ac:cxnSpMkLst>
            <pc:docMk/>
            <pc:sldMk cId="2993221000" sldId="260"/>
            <ac:cxnSpMk id="62" creationId="{BA990E16-4090-4FB5-86F6-DF2093E688E1}"/>
          </ac:cxnSpMkLst>
        </pc:cxnChg>
        <pc:cxnChg chg="add del mod">
          <ac:chgData name="馬場　碧生" userId="242fe924-956f-4f80-97d5-7a3231fdf9ba" providerId="ADAL" clId="{E59E2DC9-86A0-43C6-AC92-2955BB4E7CDD}" dt="2026-02-06T01:05:30.704" v="1028" actId="478"/>
          <ac:cxnSpMkLst>
            <pc:docMk/>
            <pc:sldMk cId="2993221000" sldId="260"/>
            <ac:cxnSpMk id="63" creationId="{543A2D37-9AD9-4102-9E5B-75A453BFC2B7}"/>
          </ac:cxnSpMkLst>
        </pc:cxnChg>
        <pc:cxnChg chg="add del mod">
          <ac:chgData name="馬場　碧生" userId="242fe924-956f-4f80-97d5-7a3231fdf9ba" providerId="ADAL" clId="{E59E2DC9-86A0-43C6-AC92-2955BB4E7CDD}" dt="2026-02-06T01:05:30.704" v="1028" actId="478"/>
          <ac:cxnSpMkLst>
            <pc:docMk/>
            <pc:sldMk cId="2993221000" sldId="260"/>
            <ac:cxnSpMk id="64" creationId="{DC04E56E-7923-46A0-AAAA-7A7CE78697CE}"/>
          </ac:cxnSpMkLst>
        </pc:cxnChg>
        <pc:cxnChg chg="add del mod">
          <ac:chgData name="馬場　碧生" userId="242fe924-956f-4f80-97d5-7a3231fdf9ba" providerId="ADAL" clId="{E59E2DC9-86A0-43C6-AC92-2955BB4E7CDD}" dt="2026-02-06T01:05:32.368" v="1029" actId="478"/>
          <ac:cxnSpMkLst>
            <pc:docMk/>
            <pc:sldMk cId="2993221000" sldId="260"/>
            <ac:cxnSpMk id="65" creationId="{E1C9BB73-B1A9-471B-8050-1E6EF1D589CB}"/>
          </ac:cxnSpMkLst>
        </pc:cxnChg>
        <pc:cxnChg chg="add del mod">
          <ac:chgData name="馬場　碧生" userId="242fe924-956f-4f80-97d5-7a3231fdf9ba" providerId="ADAL" clId="{E59E2DC9-86A0-43C6-AC92-2955BB4E7CDD}" dt="2026-02-06T01:11:15.296" v="1155" actId="478"/>
          <ac:cxnSpMkLst>
            <pc:docMk/>
            <pc:sldMk cId="2993221000" sldId="260"/>
            <ac:cxnSpMk id="67" creationId="{B7DC78B8-EFAF-45BF-8E81-AA18FCCD8B8E}"/>
          </ac:cxnSpMkLst>
        </pc:cxnChg>
        <pc:cxnChg chg="add del mod">
          <ac:chgData name="馬場　碧生" userId="242fe924-956f-4f80-97d5-7a3231fdf9ba" providerId="ADAL" clId="{E59E2DC9-86A0-43C6-AC92-2955BB4E7CDD}" dt="2026-02-06T01:11:16.875" v="1157" actId="478"/>
          <ac:cxnSpMkLst>
            <pc:docMk/>
            <pc:sldMk cId="2993221000" sldId="260"/>
            <ac:cxnSpMk id="68" creationId="{86F3AADC-CBFD-460D-AD4A-447D5A6877A4}"/>
          </ac:cxnSpMkLst>
        </pc:cxnChg>
        <pc:cxnChg chg="add del mod">
          <ac:chgData name="馬場　碧生" userId="242fe924-956f-4f80-97d5-7a3231fdf9ba" providerId="ADAL" clId="{E59E2DC9-86A0-43C6-AC92-2955BB4E7CDD}" dt="2026-02-06T01:11:17.477" v="1158" actId="478"/>
          <ac:cxnSpMkLst>
            <pc:docMk/>
            <pc:sldMk cId="2993221000" sldId="260"/>
            <ac:cxnSpMk id="69" creationId="{81EB4199-6082-4900-AD75-3463B870487D}"/>
          </ac:cxnSpMkLst>
        </pc:cxnChg>
        <pc:cxnChg chg="add del mod">
          <ac:chgData name="馬場　碧生" userId="242fe924-956f-4f80-97d5-7a3231fdf9ba" providerId="ADAL" clId="{E59E2DC9-86A0-43C6-AC92-2955BB4E7CDD}" dt="2026-02-06T01:11:13.791" v="1153" actId="478"/>
          <ac:cxnSpMkLst>
            <pc:docMk/>
            <pc:sldMk cId="2993221000" sldId="260"/>
            <ac:cxnSpMk id="70" creationId="{BD65E8A5-02D5-438C-B7DD-ECDD90D5262B}"/>
          </ac:cxnSpMkLst>
        </pc:cxnChg>
        <pc:cxnChg chg="add del mod">
          <ac:chgData name="馬場　碧生" userId="242fe924-956f-4f80-97d5-7a3231fdf9ba" providerId="ADAL" clId="{E59E2DC9-86A0-43C6-AC92-2955BB4E7CDD}" dt="2026-02-06T01:11:19.957" v="1161" actId="478"/>
          <ac:cxnSpMkLst>
            <pc:docMk/>
            <pc:sldMk cId="2993221000" sldId="260"/>
            <ac:cxnSpMk id="71" creationId="{251B3936-3FD1-49C9-A6AE-390A2C99CE01}"/>
          </ac:cxnSpMkLst>
        </pc:cxnChg>
        <pc:cxnChg chg="add del mod">
          <ac:chgData name="馬場　碧生" userId="242fe924-956f-4f80-97d5-7a3231fdf9ba" providerId="ADAL" clId="{E59E2DC9-86A0-43C6-AC92-2955BB4E7CDD}" dt="2026-02-06T01:11:12.223" v="1151" actId="478"/>
          <ac:cxnSpMkLst>
            <pc:docMk/>
            <pc:sldMk cId="2993221000" sldId="260"/>
            <ac:cxnSpMk id="72" creationId="{8F9078DF-0B70-47E0-ABE9-398831DEA3F6}"/>
          </ac:cxnSpMkLst>
        </pc:cxnChg>
        <pc:cxnChg chg="add del mod">
          <ac:chgData name="馬場　碧生" userId="242fe924-956f-4f80-97d5-7a3231fdf9ba" providerId="ADAL" clId="{E59E2DC9-86A0-43C6-AC92-2955BB4E7CDD}" dt="2026-02-06T01:11:29.810" v="1167" actId="478"/>
          <ac:cxnSpMkLst>
            <pc:docMk/>
            <pc:sldMk cId="2993221000" sldId="260"/>
            <ac:cxnSpMk id="73" creationId="{6C524B36-80A8-4FFB-9B5C-C6E25052BE59}"/>
          </ac:cxnSpMkLst>
        </pc:cxnChg>
        <pc:cxnChg chg="add del mod">
          <ac:chgData name="馬場　碧生" userId="242fe924-956f-4f80-97d5-7a3231fdf9ba" providerId="ADAL" clId="{E59E2DC9-86A0-43C6-AC92-2955BB4E7CDD}" dt="2026-02-06T01:11:18.350" v="1159" actId="478"/>
          <ac:cxnSpMkLst>
            <pc:docMk/>
            <pc:sldMk cId="2993221000" sldId="260"/>
            <ac:cxnSpMk id="74" creationId="{03CE0F46-FB95-4FAD-800F-1DDC3F13BA2F}"/>
          </ac:cxnSpMkLst>
        </pc:cxnChg>
        <pc:cxnChg chg="add del mod">
          <ac:chgData name="馬場　碧生" userId="242fe924-956f-4f80-97d5-7a3231fdf9ba" providerId="ADAL" clId="{E59E2DC9-86A0-43C6-AC92-2955BB4E7CDD}" dt="2026-02-06T01:11:16.284" v="1156" actId="478"/>
          <ac:cxnSpMkLst>
            <pc:docMk/>
            <pc:sldMk cId="2993221000" sldId="260"/>
            <ac:cxnSpMk id="75" creationId="{26D7EE39-28F8-4D05-B530-61EC967BD81C}"/>
          </ac:cxnSpMkLst>
        </pc:cxnChg>
        <pc:cxnChg chg="add del mod">
          <ac:chgData name="馬場　碧生" userId="242fe924-956f-4f80-97d5-7a3231fdf9ba" providerId="ADAL" clId="{E59E2DC9-86A0-43C6-AC92-2955BB4E7CDD}" dt="2026-02-06T01:11:14.329" v="1154" actId="478"/>
          <ac:cxnSpMkLst>
            <pc:docMk/>
            <pc:sldMk cId="2993221000" sldId="260"/>
            <ac:cxnSpMk id="76" creationId="{D5CD4BB4-474C-496E-A7F8-6E0922B05CBA}"/>
          </ac:cxnSpMkLst>
        </pc:cxnChg>
        <pc:cxnChg chg="add del mod">
          <ac:chgData name="馬場　碧生" userId="242fe924-956f-4f80-97d5-7a3231fdf9ba" providerId="ADAL" clId="{E59E2DC9-86A0-43C6-AC92-2955BB4E7CDD}" dt="2026-02-06T01:11:20.752" v="1162" actId="478"/>
          <ac:cxnSpMkLst>
            <pc:docMk/>
            <pc:sldMk cId="2993221000" sldId="260"/>
            <ac:cxnSpMk id="77" creationId="{30BB1D98-4A26-416C-BAD9-589AA83A01F3}"/>
          </ac:cxnSpMkLst>
        </pc:cxnChg>
        <pc:cxnChg chg="add del mod">
          <ac:chgData name="馬場　碧生" userId="242fe924-956f-4f80-97d5-7a3231fdf9ba" providerId="ADAL" clId="{E59E2DC9-86A0-43C6-AC92-2955BB4E7CDD}" dt="2026-02-06T01:11:13.022" v="1152" actId="478"/>
          <ac:cxnSpMkLst>
            <pc:docMk/>
            <pc:sldMk cId="2993221000" sldId="260"/>
            <ac:cxnSpMk id="78" creationId="{CC73E07A-CB5C-4784-97BC-75B2ADC1FADD}"/>
          </ac:cxnSpMkLst>
        </pc:cxnChg>
        <pc:cxnChg chg="add del mod">
          <ac:chgData name="馬場　碧生" userId="242fe924-956f-4f80-97d5-7a3231fdf9ba" providerId="ADAL" clId="{E59E2DC9-86A0-43C6-AC92-2955BB4E7CDD}" dt="2026-02-06T01:11:33.681" v="1174" actId="478"/>
          <ac:cxnSpMkLst>
            <pc:docMk/>
            <pc:sldMk cId="2993221000" sldId="260"/>
            <ac:cxnSpMk id="80" creationId="{5D486727-0A48-496F-B400-7B3409C40923}"/>
          </ac:cxnSpMkLst>
        </pc:cxnChg>
        <pc:cxnChg chg="add del mod">
          <ac:chgData name="馬場　碧生" userId="242fe924-956f-4f80-97d5-7a3231fdf9ba" providerId="ADAL" clId="{E59E2DC9-86A0-43C6-AC92-2955BB4E7CDD}" dt="2026-02-06T01:11:31.872" v="1170" actId="478"/>
          <ac:cxnSpMkLst>
            <pc:docMk/>
            <pc:sldMk cId="2993221000" sldId="260"/>
            <ac:cxnSpMk id="81" creationId="{512C00FF-31EC-43DF-9CBC-06FD3B7BD5E0}"/>
          </ac:cxnSpMkLst>
        </pc:cxnChg>
        <pc:cxnChg chg="add del mod">
          <ac:chgData name="馬場　碧生" userId="242fe924-956f-4f80-97d5-7a3231fdf9ba" providerId="ADAL" clId="{E59E2DC9-86A0-43C6-AC92-2955BB4E7CDD}" dt="2026-02-06T01:11:32.361" v="1171" actId="478"/>
          <ac:cxnSpMkLst>
            <pc:docMk/>
            <pc:sldMk cId="2993221000" sldId="260"/>
            <ac:cxnSpMk id="82" creationId="{CE14FCCA-F351-48B2-AF4E-622A62A303B4}"/>
          </ac:cxnSpMkLst>
        </pc:cxnChg>
        <pc:cxnChg chg="add del mod">
          <ac:chgData name="馬場　碧生" userId="242fe924-956f-4f80-97d5-7a3231fdf9ba" providerId="ADAL" clId="{E59E2DC9-86A0-43C6-AC92-2955BB4E7CDD}" dt="2026-02-06T01:11:31.233" v="1169" actId="478"/>
          <ac:cxnSpMkLst>
            <pc:docMk/>
            <pc:sldMk cId="2993221000" sldId="260"/>
            <ac:cxnSpMk id="83" creationId="{BCDF3A5A-46DC-49AF-A325-F21D81A893E9}"/>
          </ac:cxnSpMkLst>
        </pc:cxnChg>
        <pc:cxnChg chg="add del mod">
          <ac:chgData name="馬場　碧生" userId="242fe924-956f-4f80-97d5-7a3231fdf9ba" providerId="ADAL" clId="{E59E2DC9-86A0-43C6-AC92-2955BB4E7CDD}" dt="2026-02-06T01:11:34.502" v="1176" actId="478"/>
          <ac:cxnSpMkLst>
            <pc:docMk/>
            <pc:sldMk cId="2993221000" sldId="260"/>
            <ac:cxnSpMk id="84" creationId="{D731ACA2-C9D0-4870-BF20-D9E41FD27F26}"/>
          </ac:cxnSpMkLst>
        </pc:cxnChg>
        <pc:cxnChg chg="add del mod">
          <ac:chgData name="馬場　碧生" userId="242fe924-956f-4f80-97d5-7a3231fdf9ba" providerId="ADAL" clId="{E59E2DC9-86A0-43C6-AC92-2955BB4E7CDD}" dt="2026-02-06T01:22:25.070" v="1347" actId="478"/>
          <ac:cxnSpMkLst>
            <pc:docMk/>
            <pc:sldMk cId="2993221000" sldId="260"/>
            <ac:cxnSpMk id="85" creationId="{FC7F4411-83C8-4C62-AE64-8594AF7651AC}"/>
          </ac:cxnSpMkLst>
        </pc:cxnChg>
        <pc:cxnChg chg="add del mod">
          <ac:chgData name="馬場　碧生" userId="242fe924-956f-4f80-97d5-7a3231fdf9ba" providerId="ADAL" clId="{E59E2DC9-86A0-43C6-AC92-2955BB4E7CDD}" dt="2026-02-06T01:11:30.583" v="1168" actId="478"/>
          <ac:cxnSpMkLst>
            <pc:docMk/>
            <pc:sldMk cId="2993221000" sldId="260"/>
            <ac:cxnSpMk id="86" creationId="{B74A58E4-AD84-44A5-B654-5FCB815984A1}"/>
          </ac:cxnSpMkLst>
        </pc:cxnChg>
        <pc:cxnChg chg="add del mod">
          <ac:chgData name="馬場　碧生" userId="242fe924-956f-4f80-97d5-7a3231fdf9ba" providerId="ADAL" clId="{E59E2DC9-86A0-43C6-AC92-2955BB4E7CDD}" dt="2026-02-06T01:22:25.070" v="1347" actId="478"/>
          <ac:cxnSpMkLst>
            <pc:docMk/>
            <pc:sldMk cId="2993221000" sldId="260"/>
            <ac:cxnSpMk id="87" creationId="{F2EB200F-FAD7-4EE1-A454-637B98A2AA6D}"/>
          </ac:cxnSpMkLst>
        </pc:cxnChg>
        <pc:cxnChg chg="add del mod">
          <ac:chgData name="馬場　碧生" userId="242fe924-956f-4f80-97d5-7a3231fdf9ba" providerId="ADAL" clId="{E59E2DC9-86A0-43C6-AC92-2955BB4E7CDD}" dt="2026-02-06T01:11:11.494" v="1150" actId="478"/>
          <ac:cxnSpMkLst>
            <pc:docMk/>
            <pc:sldMk cId="2993221000" sldId="260"/>
            <ac:cxnSpMk id="88" creationId="{55BC2668-9AFB-4864-8EEB-E739593B16C2}"/>
          </ac:cxnSpMkLst>
        </pc:cxnChg>
        <pc:cxnChg chg="add del mod">
          <ac:chgData name="馬場　碧生" userId="242fe924-956f-4f80-97d5-7a3231fdf9ba" providerId="ADAL" clId="{E59E2DC9-86A0-43C6-AC92-2955BB4E7CDD}" dt="2026-02-06T01:11:32.797" v="1172" actId="478"/>
          <ac:cxnSpMkLst>
            <pc:docMk/>
            <pc:sldMk cId="2993221000" sldId="260"/>
            <ac:cxnSpMk id="89" creationId="{290D0F87-7092-4B28-AB87-4572BD5E73BD}"/>
          </ac:cxnSpMkLst>
        </pc:cxnChg>
        <pc:cxnChg chg="add del mod">
          <ac:chgData name="馬場　碧生" userId="242fe924-956f-4f80-97d5-7a3231fdf9ba" providerId="ADAL" clId="{E59E2DC9-86A0-43C6-AC92-2955BB4E7CDD}" dt="2026-02-06T01:22:25.070" v="1347" actId="478"/>
          <ac:cxnSpMkLst>
            <pc:docMk/>
            <pc:sldMk cId="2993221000" sldId="260"/>
            <ac:cxnSpMk id="90" creationId="{592867A1-B021-4BEF-96C4-12F9698FF23A}"/>
          </ac:cxnSpMkLst>
        </pc:cxnChg>
        <pc:cxnChg chg="add del mod">
          <ac:chgData name="馬場　碧生" userId="242fe924-956f-4f80-97d5-7a3231fdf9ba" providerId="ADAL" clId="{E59E2DC9-86A0-43C6-AC92-2955BB4E7CDD}" dt="2026-02-06T01:11:21.782" v="1163" actId="478"/>
          <ac:cxnSpMkLst>
            <pc:docMk/>
            <pc:sldMk cId="2993221000" sldId="260"/>
            <ac:cxnSpMk id="91" creationId="{08E35EBB-D8BE-46C1-BAA5-49EA3C7BD96D}"/>
          </ac:cxnSpMkLst>
        </pc:cxnChg>
        <pc:cxnChg chg="add del mod">
          <ac:chgData name="馬場　碧生" userId="242fe924-956f-4f80-97d5-7a3231fdf9ba" providerId="ADAL" clId="{E59E2DC9-86A0-43C6-AC92-2955BB4E7CDD}" dt="2026-02-06T01:11:34.098" v="1175" actId="478"/>
          <ac:cxnSpMkLst>
            <pc:docMk/>
            <pc:sldMk cId="2993221000" sldId="260"/>
            <ac:cxnSpMk id="92" creationId="{D14061E5-7755-4C9B-B214-5C654054EFEE}"/>
          </ac:cxnSpMkLst>
        </pc:cxnChg>
        <pc:cxnChg chg="add del mod">
          <ac:chgData name="馬場　碧生" userId="242fe924-956f-4f80-97d5-7a3231fdf9ba" providerId="ADAL" clId="{E59E2DC9-86A0-43C6-AC92-2955BB4E7CDD}" dt="2026-02-06T01:11:33.241" v="1173" actId="478"/>
          <ac:cxnSpMkLst>
            <pc:docMk/>
            <pc:sldMk cId="2993221000" sldId="260"/>
            <ac:cxnSpMk id="93" creationId="{B33F037E-B8C4-4691-AFEC-6C66B5F55D95}"/>
          </ac:cxnSpMkLst>
        </pc:cxnChg>
        <pc:cxnChg chg="add del mod">
          <ac:chgData name="馬場　碧生" userId="242fe924-956f-4f80-97d5-7a3231fdf9ba" providerId="ADAL" clId="{E59E2DC9-86A0-43C6-AC92-2955BB4E7CDD}" dt="2026-02-06T01:22:25.070" v="1347" actId="478"/>
          <ac:cxnSpMkLst>
            <pc:docMk/>
            <pc:sldMk cId="2993221000" sldId="260"/>
            <ac:cxnSpMk id="96" creationId="{DF47F2B5-9BD9-46CB-AB5B-33FCAE62CAF5}"/>
          </ac:cxnSpMkLst>
        </pc:cxnChg>
        <pc:cxnChg chg="add del mod">
          <ac:chgData name="馬場　碧生" userId="242fe924-956f-4f80-97d5-7a3231fdf9ba" providerId="ADAL" clId="{E59E2DC9-86A0-43C6-AC92-2955BB4E7CDD}" dt="2026-02-06T01:22:25.070" v="1347" actId="478"/>
          <ac:cxnSpMkLst>
            <pc:docMk/>
            <pc:sldMk cId="2993221000" sldId="260"/>
            <ac:cxnSpMk id="97" creationId="{7A9BF0DC-0286-46FD-98D6-D3F843184342}"/>
          </ac:cxnSpMkLst>
        </pc:cxnChg>
        <pc:cxnChg chg="add del mod">
          <ac:chgData name="馬場　碧生" userId="242fe924-956f-4f80-97d5-7a3231fdf9ba" providerId="ADAL" clId="{E59E2DC9-86A0-43C6-AC92-2955BB4E7CDD}" dt="2026-02-06T01:22:25.070" v="1347" actId="478"/>
          <ac:cxnSpMkLst>
            <pc:docMk/>
            <pc:sldMk cId="2993221000" sldId="260"/>
            <ac:cxnSpMk id="98" creationId="{4768E4AD-1552-4BC5-9219-578213F45895}"/>
          </ac:cxnSpMkLst>
        </pc:cxnChg>
        <pc:cxnChg chg="add del mod">
          <ac:chgData name="馬場　碧生" userId="242fe924-956f-4f80-97d5-7a3231fdf9ba" providerId="ADAL" clId="{E59E2DC9-86A0-43C6-AC92-2955BB4E7CDD}" dt="2026-02-06T01:22:25.070" v="1347" actId="478"/>
          <ac:cxnSpMkLst>
            <pc:docMk/>
            <pc:sldMk cId="2993221000" sldId="260"/>
            <ac:cxnSpMk id="99" creationId="{E44FDE7A-66CC-45A4-B2E1-95905B4AC3A5}"/>
          </ac:cxnSpMkLst>
        </pc:cxnChg>
        <pc:cxnChg chg="add del mod">
          <ac:chgData name="馬場　碧生" userId="242fe924-956f-4f80-97d5-7a3231fdf9ba" providerId="ADAL" clId="{E59E2DC9-86A0-43C6-AC92-2955BB4E7CDD}" dt="2026-02-06T01:22:25.070" v="1347" actId="478"/>
          <ac:cxnSpMkLst>
            <pc:docMk/>
            <pc:sldMk cId="2993221000" sldId="260"/>
            <ac:cxnSpMk id="100" creationId="{8C440ED4-6F7B-457E-8E21-C1B4EE54EEEE}"/>
          </ac:cxnSpMkLst>
        </pc:cxnChg>
        <pc:cxnChg chg="add del mod">
          <ac:chgData name="馬場　碧生" userId="242fe924-956f-4f80-97d5-7a3231fdf9ba" providerId="ADAL" clId="{E59E2DC9-86A0-43C6-AC92-2955BB4E7CDD}" dt="2026-02-06T01:22:25.070" v="1347" actId="478"/>
          <ac:cxnSpMkLst>
            <pc:docMk/>
            <pc:sldMk cId="2993221000" sldId="260"/>
            <ac:cxnSpMk id="101" creationId="{C391EDDA-BEDC-4BE2-9F42-8FAB992B9103}"/>
          </ac:cxnSpMkLst>
        </pc:cxnChg>
        <pc:cxnChg chg="add del mod">
          <ac:chgData name="馬場　碧生" userId="242fe924-956f-4f80-97d5-7a3231fdf9ba" providerId="ADAL" clId="{E59E2DC9-86A0-43C6-AC92-2955BB4E7CDD}" dt="2026-02-06T01:22:25.070" v="1347" actId="478"/>
          <ac:cxnSpMkLst>
            <pc:docMk/>
            <pc:sldMk cId="2993221000" sldId="260"/>
            <ac:cxnSpMk id="102" creationId="{8364A7A6-0E17-4FF5-9F10-43845336F7C4}"/>
          </ac:cxnSpMkLst>
        </pc:cxnChg>
        <pc:cxnChg chg="add del mod">
          <ac:chgData name="馬場　碧生" userId="242fe924-956f-4f80-97d5-7a3231fdf9ba" providerId="ADAL" clId="{E59E2DC9-86A0-43C6-AC92-2955BB4E7CDD}" dt="2026-02-06T01:22:25.070" v="1347" actId="478"/>
          <ac:cxnSpMkLst>
            <pc:docMk/>
            <pc:sldMk cId="2993221000" sldId="260"/>
            <ac:cxnSpMk id="103" creationId="{6B639B14-6BF3-4441-A660-142C40A47E7D}"/>
          </ac:cxnSpMkLst>
        </pc:cxnChg>
        <pc:cxnChg chg="add del mod">
          <ac:chgData name="馬場　碧生" userId="242fe924-956f-4f80-97d5-7a3231fdf9ba" providerId="ADAL" clId="{E59E2DC9-86A0-43C6-AC92-2955BB4E7CDD}" dt="2026-02-06T01:22:25.070" v="1347" actId="478"/>
          <ac:cxnSpMkLst>
            <pc:docMk/>
            <pc:sldMk cId="2993221000" sldId="260"/>
            <ac:cxnSpMk id="104" creationId="{156CE7B2-8D48-4D59-B6BF-F07A8707982A}"/>
          </ac:cxnSpMkLst>
        </pc:cxnChg>
        <pc:cxnChg chg="add del mod">
          <ac:chgData name="馬場　碧生" userId="242fe924-956f-4f80-97d5-7a3231fdf9ba" providerId="ADAL" clId="{E59E2DC9-86A0-43C6-AC92-2955BB4E7CDD}" dt="2026-02-06T01:22:25.070" v="1347" actId="478"/>
          <ac:cxnSpMkLst>
            <pc:docMk/>
            <pc:sldMk cId="2993221000" sldId="260"/>
            <ac:cxnSpMk id="105" creationId="{A4398212-678B-4223-8C58-E27709B4870E}"/>
          </ac:cxnSpMkLst>
        </pc:cxnChg>
      </pc:sldChg>
      <pc:sldChg chg="addSp modSp mod">
        <pc:chgData name="馬場　碧生" userId="242fe924-956f-4f80-97d5-7a3231fdf9ba" providerId="ADAL" clId="{E59E2DC9-86A0-43C6-AC92-2955BB4E7CDD}" dt="2026-02-09T00:33:58.709" v="2242" actId="20577"/>
        <pc:sldMkLst>
          <pc:docMk/>
          <pc:sldMk cId="3634880873" sldId="265"/>
        </pc:sldMkLst>
        <pc:spChg chg="add mod">
          <ac:chgData name="馬場　碧生" userId="242fe924-956f-4f80-97d5-7a3231fdf9ba" providerId="ADAL" clId="{E59E2DC9-86A0-43C6-AC92-2955BB4E7CDD}" dt="2026-02-05T02:50:02.841" v="642" actId="1076"/>
          <ac:spMkLst>
            <pc:docMk/>
            <pc:sldMk cId="3634880873" sldId="265"/>
            <ac:spMk id="2" creationId="{CE6C5DEC-BC22-4BB3-BD5F-D2BB46836716}"/>
          </ac:spMkLst>
        </pc:spChg>
        <pc:spChg chg="mod">
          <ac:chgData name="馬場　碧生" userId="242fe924-956f-4f80-97d5-7a3231fdf9ba" providerId="ADAL" clId="{E59E2DC9-86A0-43C6-AC92-2955BB4E7CDD}" dt="2026-02-09T00:33:58.709" v="2242" actId="20577"/>
          <ac:spMkLst>
            <pc:docMk/>
            <pc:sldMk cId="3634880873" sldId="265"/>
            <ac:spMk id="5" creationId="{47F7347A-29CB-4C01-8514-32C3ED84B27F}"/>
          </ac:spMkLst>
        </pc:spChg>
      </pc:sldChg>
      <pc:sldChg chg="addSp modSp new mod">
        <pc:chgData name="馬場　碧生" userId="242fe924-956f-4f80-97d5-7a3231fdf9ba" providerId="ADAL" clId="{E59E2DC9-86A0-43C6-AC92-2955BB4E7CDD}" dt="2026-02-05T02:15:16.459" v="57"/>
        <pc:sldMkLst>
          <pc:docMk/>
          <pc:sldMk cId="3120360329" sldId="266"/>
        </pc:sldMkLst>
        <pc:graphicFrameChg chg="add mod modGraphic">
          <ac:chgData name="馬場　碧生" userId="242fe924-956f-4f80-97d5-7a3231fdf9ba" providerId="ADAL" clId="{E59E2DC9-86A0-43C6-AC92-2955BB4E7CDD}" dt="2026-02-05T02:15:05.856" v="55" actId="14734"/>
          <ac:graphicFrameMkLst>
            <pc:docMk/>
            <pc:sldMk cId="3120360329" sldId="266"/>
            <ac:graphicFrameMk id="2" creationId="{B9CDE8D6-11CB-43A1-8517-E9E3CAE571DD}"/>
          </ac:graphicFrameMkLst>
        </pc:graphicFrameChg>
        <pc:graphicFrameChg chg="add mod modGraphic">
          <ac:chgData name="馬場　碧生" userId="242fe924-956f-4f80-97d5-7a3231fdf9ba" providerId="ADAL" clId="{E59E2DC9-86A0-43C6-AC92-2955BB4E7CDD}" dt="2026-02-05T02:15:16.459" v="57"/>
          <ac:graphicFrameMkLst>
            <pc:docMk/>
            <pc:sldMk cId="3120360329" sldId="266"/>
            <ac:graphicFrameMk id="3" creationId="{3D0E594F-BE7B-4047-9FDB-25253F02A709}"/>
          </ac:graphicFrameMkLst>
        </pc:graphicFrameChg>
      </pc:sldChg>
      <pc:sldChg chg="addSp delSp modSp new mod">
        <pc:chgData name="馬場　碧生" userId="242fe924-956f-4f80-97d5-7a3231fdf9ba" providerId="ADAL" clId="{E59E2DC9-86A0-43C6-AC92-2955BB4E7CDD}" dt="2026-02-09T00:50:51.414" v="2361" actId="207"/>
        <pc:sldMkLst>
          <pc:docMk/>
          <pc:sldMk cId="446352604" sldId="267"/>
        </pc:sldMkLst>
        <pc:spChg chg="del">
          <ac:chgData name="馬場　碧生" userId="242fe924-956f-4f80-97d5-7a3231fdf9ba" providerId="ADAL" clId="{E59E2DC9-86A0-43C6-AC92-2955BB4E7CDD}" dt="2026-02-06T01:17:32.549" v="1226" actId="478"/>
          <ac:spMkLst>
            <pc:docMk/>
            <pc:sldMk cId="446352604" sldId="267"/>
            <ac:spMk id="2" creationId="{A4D3D8D0-3B26-4D71-A667-BE915EA29906}"/>
          </ac:spMkLst>
        </pc:spChg>
        <pc:spChg chg="del">
          <ac:chgData name="馬場　碧生" userId="242fe924-956f-4f80-97d5-7a3231fdf9ba" providerId="ADAL" clId="{E59E2DC9-86A0-43C6-AC92-2955BB4E7CDD}" dt="2026-02-06T01:17:35.049" v="1227" actId="478"/>
          <ac:spMkLst>
            <pc:docMk/>
            <pc:sldMk cId="446352604" sldId="267"/>
            <ac:spMk id="3" creationId="{CF2C3478-0ADA-4A56-9A3C-77A76542B711}"/>
          </ac:spMkLst>
        </pc:spChg>
        <pc:spChg chg="add mod">
          <ac:chgData name="馬場　碧生" userId="242fe924-956f-4f80-97d5-7a3231fdf9ba" providerId="ADAL" clId="{E59E2DC9-86A0-43C6-AC92-2955BB4E7CDD}" dt="2026-02-06T01:21:21.862" v="1339" actId="207"/>
          <ac:spMkLst>
            <pc:docMk/>
            <pc:sldMk cId="446352604" sldId="267"/>
            <ac:spMk id="4" creationId="{AF90CD3E-0D3B-4B6C-9EA9-BF5C5A85C530}"/>
          </ac:spMkLst>
        </pc:spChg>
        <pc:spChg chg="add del mod">
          <ac:chgData name="馬場　碧生" userId="242fe924-956f-4f80-97d5-7a3231fdf9ba" providerId="ADAL" clId="{E59E2DC9-86A0-43C6-AC92-2955BB4E7CDD}" dt="2026-02-06T03:27:14.537" v="2170"/>
          <ac:spMkLst>
            <pc:docMk/>
            <pc:sldMk cId="446352604" sldId="267"/>
            <ac:spMk id="5" creationId="{EA081889-104D-4526-AA87-1D0EB4BBFD5A}"/>
          </ac:spMkLst>
        </pc:spChg>
        <pc:spChg chg="add mod ord">
          <ac:chgData name="馬場　碧生" userId="242fe924-956f-4f80-97d5-7a3231fdf9ba" providerId="ADAL" clId="{E59E2DC9-86A0-43C6-AC92-2955BB4E7CDD}" dt="2026-02-06T01:21:12.709" v="1337" actId="14100"/>
          <ac:spMkLst>
            <pc:docMk/>
            <pc:sldMk cId="446352604" sldId="267"/>
            <ac:spMk id="6" creationId="{34B27AA1-7DD9-4C0F-A74D-2014A9B5432D}"/>
          </ac:spMkLst>
        </pc:spChg>
        <pc:spChg chg="add mod">
          <ac:chgData name="馬場　碧生" userId="242fe924-956f-4f80-97d5-7a3231fdf9ba" providerId="ADAL" clId="{E59E2DC9-86A0-43C6-AC92-2955BB4E7CDD}" dt="2026-02-06T03:30:52.631" v="2215" actId="1076"/>
          <ac:spMkLst>
            <pc:docMk/>
            <pc:sldMk cId="446352604" sldId="267"/>
            <ac:spMk id="7" creationId="{07F2643F-03B5-45FC-9501-F4B492CA4450}"/>
          </ac:spMkLst>
        </pc:spChg>
        <pc:spChg chg="add mod">
          <ac:chgData name="馬場　碧生" userId="242fe924-956f-4f80-97d5-7a3231fdf9ba" providerId="ADAL" clId="{E59E2DC9-86A0-43C6-AC92-2955BB4E7CDD}" dt="2026-02-09T00:44:20.793" v="2322" actId="1076"/>
          <ac:spMkLst>
            <pc:docMk/>
            <pc:sldMk cId="446352604" sldId="267"/>
            <ac:spMk id="22" creationId="{E77ADE6D-1324-4280-A346-9CB48ADD86D6}"/>
          </ac:spMkLst>
        </pc:spChg>
        <pc:spChg chg="add mod">
          <ac:chgData name="馬場　碧生" userId="242fe924-956f-4f80-97d5-7a3231fdf9ba" providerId="ADAL" clId="{E59E2DC9-86A0-43C6-AC92-2955BB4E7CDD}" dt="2026-02-09T00:44:21" v="2323" actId="1076"/>
          <ac:spMkLst>
            <pc:docMk/>
            <pc:sldMk cId="446352604" sldId="267"/>
            <ac:spMk id="24" creationId="{264CE64B-A87B-4B58-BC80-205723BC9714}"/>
          </ac:spMkLst>
        </pc:spChg>
        <pc:spChg chg="add mod">
          <ac:chgData name="馬場　碧生" userId="242fe924-956f-4f80-97d5-7a3231fdf9ba" providerId="ADAL" clId="{E59E2DC9-86A0-43C6-AC92-2955BB4E7CDD}" dt="2026-02-09T00:43:37.699" v="2307" actId="1076"/>
          <ac:spMkLst>
            <pc:docMk/>
            <pc:sldMk cId="446352604" sldId="267"/>
            <ac:spMk id="25" creationId="{FFA1D1A0-7CE2-465A-9799-22B6B7436200}"/>
          </ac:spMkLst>
        </pc:spChg>
        <pc:spChg chg="add mod">
          <ac:chgData name="馬場　碧生" userId="242fe924-956f-4f80-97d5-7a3231fdf9ba" providerId="ADAL" clId="{E59E2DC9-86A0-43C6-AC92-2955BB4E7CDD}" dt="2026-02-06T03:30:25.247" v="2211" actId="1076"/>
          <ac:spMkLst>
            <pc:docMk/>
            <pc:sldMk cId="446352604" sldId="267"/>
            <ac:spMk id="31" creationId="{C4B00E32-4D08-4A37-A62B-F93717A7F4A6}"/>
          </ac:spMkLst>
        </pc:spChg>
        <pc:spChg chg="add mod ord">
          <ac:chgData name="馬場　碧生" userId="242fe924-956f-4f80-97d5-7a3231fdf9ba" providerId="ADAL" clId="{E59E2DC9-86A0-43C6-AC92-2955BB4E7CDD}" dt="2026-02-06T03:30:25.247" v="2211" actId="1076"/>
          <ac:spMkLst>
            <pc:docMk/>
            <pc:sldMk cId="446352604" sldId="267"/>
            <ac:spMk id="32" creationId="{8272F0CF-879E-454D-AE0D-67DE7C75E37F}"/>
          </ac:spMkLst>
        </pc:spChg>
        <pc:spChg chg="add del mod">
          <ac:chgData name="馬場　碧生" userId="242fe924-956f-4f80-97d5-7a3231fdf9ba" providerId="ADAL" clId="{E59E2DC9-86A0-43C6-AC92-2955BB4E7CDD}" dt="2026-02-06T01:34:00.597" v="1493"/>
          <ac:spMkLst>
            <pc:docMk/>
            <pc:sldMk cId="446352604" sldId="267"/>
            <ac:spMk id="33" creationId="{63F93FE2-26E0-413F-90D5-A1AF731E273D}"/>
          </ac:spMkLst>
        </pc:spChg>
        <pc:spChg chg="add del">
          <ac:chgData name="馬場　碧生" userId="242fe924-956f-4f80-97d5-7a3231fdf9ba" providerId="ADAL" clId="{E59E2DC9-86A0-43C6-AC92-2955BB4E7CDD}" dt="2026-02-06T01:34:00.597" v="1491" actId="478"/>
          <ac:spMkLst>
            <pc:docMk/>
            <pc:sldMk cId="446352604" sldId="267"/>
            <ac:spMk id="45" creationId="{3AF0A216-4465-4538-B11A-1594281CE31D}"/>
          </ac:spMkLst>
        </pc:spChg>
        <pc:spChg chg="add del">
          <ac:chgData name="馬場　碧生" userId="242fe924-956f-4f80-97d5-7a3231fdf9ba" providerId="ADAL" clId="{E59E2DC9-86A0-43C6-AC92-2955BB4E7CDD}" dt="2026-02-06T01:34:23.125" v="1495" actId="11529"/>
          <ac:spMkLst>
            <pc:docMk/>
            <pc:sldMk cId="446352604" sldId="267"/>
            <ac:spMk id="46" creationId="{F83538F7-5B66-4F27-AB27-B7BF5E3C596C}"/>
          </ac:spMkLst>
        </pc:spChg>
        <pc:spChg chg="add del mod">
          <ac:chgData name="馬場　碧生" userId="242fe924-956f-4f80-97d5-7a3231fdf9ba" providerId="ADAL" clId="{E59E2DC9-86A0-43C6-AC92-2955BB4E7CDD}" dt="2026-02-06T01:34:40.865" v="1499" actId="478"/>
          <ac:spMkLst>
            <pc:docMk/>
            <pc:sldMk cId="446352604" sldId="267"/>
            <ac:spMk id="47" creationId="{3CDDCF96-8A55-481B-8DC0-48CDC3368545}"/>
          </ac:spMkLst>
        </pc:spChg>
        <pc:spChg chg="add del mod">
          <ac:chgData name="馬場　碧生" userId="242fe924-956f-4f80-97d5-7a3231fdf9ba" providerId="ADAL" clId="{E59E2DC9-86A0-43C6-AC92-2955BB4E7CDD}" dt="2026-02-06T01:35:29.865" v="1504" actId="478"/>
          <ac:spMkLst>
            <pc:docMk/>
            <pc:sldMk cId="446352604" sldId="267"/>
            <ac:spMk id="48" creationId="{7D590AE2-F2F4-428C-BA5D-E8E0AF120E42}"/>
          </ac:spMkLst>
        </pc:spChg>
        <pc:spChg chg="add del mod ord">
          <ac:chgData name="馬場　碧生" userId="242fe924-956f-4f80-97d5-7a3231fdf9ba" providerId="ADAL" clId="{E59E2DC9-86A0-43C6-AC92-2955BB4E7CDD}" dt="2026-02-06T01:40:00.024" v="1559" actId="478"/>
          <ac:spMkLst>
            <pc:docMk/>
            <pc:sldMk cId="446352604" sldId="267"/>
            <ac:spMk id="49" creationId="{60310BAA-FFAC-4003-82F1-B8B185EE048D}"/>
          </ac:spMkLst>
        </pc:spChg>
        <pc:spChg chg="add mod">
          <ac:chgData name="馬場　碧生" userId="242fe924-956f-4f80-97d5-7a3231fdf9ba" providerId="ADAL" clId="{E59E2DC9-86A0-43C6-AC92-2955BB4E7CDD}" dt="2026-02-06T03:30:29.946" v="2212" actId="1076"/>
          <ac:spMkLst>
            <pc:docMk/>
            <pc:sldMk cId="446352604" sldId="267"/>
            <ac:spMk id="50" creationId="{79D27F05-CF7C-432E-A191-12BF9795A6D5}"/>
          </ac:spMkLst>
        </pc:spChg>
        <pc:spChg chg="add mod">
          <ac:chgData name="馬場　碧生" userId="242fe924-956f-4f80-97d5-7a3231fdf9ba" providerId="ADAL" clId="{E59E2DC9-86A0-43C6-AC92-2955BB4E7CDD}" dt="2026-02-06T03:30:25.247" v="2211" actId="1076"/>
          <ac:spMkLst>
            <pc:docMk/>
            <pc:sldMk cId="446352604" sldId="267"/>
            <ac:spMk id="51" creationId="{27519060-0A6D-4421-A2D2-3FF9CACB209C}"/>
          </ac:spMkLst>
        </pc:spChg>
        <pc:spChg chg="add mod">
          <ac:chgData name="馬場　碧生" userId="242fe924-956f-4f80-97d5-7a3231fdf9ba" providerId="ADAL" clId="{E59E2DC9-86A0-43C6-AC92-2955BB4E7CDD}" dt="2026-02-06T03:30:17.134" v="2210" actId="1076"/>
          <ac:spMkLst>
            <pc:docMk/>
            <pc:sldMk cId="446352604" sldId="267"/>
            <ac:spMk id="54" creationId="{6EB01E6A-0EB7-4888-BB14-1D7C5AA56CE4}"/>
          </ac:spMkLst>
        </pc:spChg>
        <pc:spChg chg="add mod">
          <ac:chgData name="馬場　碧生" userId="242fe924-956f-4f80-97d5-7a3231fdf9ba" providerId="ADAL" clId="{E59E2DC9-86A0-43C6-AC92-2955BB4E7CDD}" dt="2026-02-06T03:32:09.211" v="2228" actId="1076"/>
          <ac:spMkLst>
            <pc:docMk/>
            <pc:sldMk cId="446352604" sldId="267"/>
            <ac:spMk id="56" creationId="{042945A7-65DC-41F5-96CF-C07E87147982}"/>
          </ac:spMkLst>
        </pc:spChg>
        <pc:spChg chg="add mod">
          <ac:chgData name="馬場　碧生" userId="242fe924-956f-4f80-97d5-7a3231fdf9ba" providerId="ADAL" clId="{E59E2DC9-86A0-43C6-AC92-2955BB4E7CDD}" dt="2026-02-06T03:31:39.072" v="2222" actId="1076"/>
          <ac:spMkLst>
            <pc:docMk/>
            <pc:sldMk cId="446352604" sldId="267"/>
            <ac:spMk id="58" creationId="{21B2E26C-B0B2-4C70-AB20-CF74F73A2F96}"/>
          </ac:spMkLst>
        </pc:spChg>
        <pc:spChg chg="add mod ord">
          <ac:chgData name="馬場　碧生" userId="242fe924-956f-4f80-97d5-7a3231fdf9ba" providerId="ADAL" clId="{E59E2DC9-86A0-43C6-AC92-2955BB4E7CDD}" dt="2026-02-06T03:31:39.072" v="2222" actId="1076"/>
          <ac:spMkLst>
            <pc:docMk/>
            <pc:sldMk cId="446352604" sldId="267"/>
            <ac:spMk id="59" creationId="{5A4DF955-A150-44CB-9FDE-5134DDF14D0C}"/>
          </ac:spMkLst>
        </pc:spChg>
        <pc:spChg chg="add mod ord">
          <ac:chgData name="馬場　碧生" userId="242fe924-956f-4f80-97d5-7a3231fdf9ba" providerId="ADAL" clId="{E59E2DC9-86A0-43C6-AC92-2955BB4E7CDD}" dt="2026-02-06T03:30:17.134" v="2210" actId="1076"/>
          <ac:spMkLst>
            <pc:docMk/>
            <pc:sldMk cId="446352604" sldId="267"/>
            <ac:spMk id="60" creationId="{BB31AF23-B5D4-46C6-BF5E-C5F8EA9679CB}"/>
          </ac:spMkLst>
        </pc:spChg>
        <pc:spChg chg="add mod ord">
          <ac:chgData name="馬場　碧生" userId="242fe924-956f-4f80-97d5-7a3231fdf9ba" providerId="ADAL" clId="{E59E2DC9-86A0-43C6-AC92-2955BB4E7CDD}" dt="2026-02-06T03:32:09.211" v="2228" actId="1076"/>
          <ac:spMkLst>
            <pc:docMk/>
            <pc:sldMk cId="446352604" sldId="267"/>
            <ac:spMk id="61" creationId="{E344E309-1692-4D02-98BC-B9EC91D1D578}"/>
          </ac:spMkLst>
        </pc:spChg>
        <pc:spChg chg="add del mod">
          <ac:chgData name="馬場　碧生" userId="242fe924-956f-4f80-97d5-7a3231fdf9ba" providerId="ADAL" clId="{E59E2DC9-86A0-43C6-AC92-2955BB4E7CDD}" dt="2026-02-06T02:31:59.948" v="1742" actId="478"/>
          <ac:spMkLst>
            <pc:docMk/>
            <pc:sldMk cId="446352604" sldId="267"/>
            <ac:spMk id="62" creationId="{23D2D35B-E042-465B-9C1F-F50B2D0308B1}"/>
          </ac:spMkLst>
        </pc:spChg>
        <pc:spChg chg="add del mod">
          <ac:chgData name="馬場　碧生" userId="242fe924-956f-4f80-97d5-7a3231fdf9ba" providerId="ADAL" clId="{E59E2DC9-86A0-43C6-AC92-2955BB4E7CDD}" dt="2026-02-06T02:26:11.891" v="1640"/>
          <ac:spMkLst>
            <pc:docMk/>
            <pc:sldMk cId="446352604" sldId="267"/>
            <ac:spMk id="63" creationId="{C8A8DF39-537A-40E7-A06F-67053D3518A7}"/>
          </ac:spMkLst>
        </pc:spChg>
        <pc:spChg chg="add del mod">
          <ac:chgData name="馬場　碧生" userId="242fe924-956f-4f80-97d5-7a3231fdf9ba" providerId="ADAL" clId="{E59E2DC9-86A0-43C6-AC92-2955BB4E7CDD}" dt="2026-02-06T02:26:11.522" v="1639"/>
          <ac:spMkLst>
            <pc:docMk/>
            <pc:sldMk cId="446352604" sldId="267"/>
            <ac:spMk id="64" creationId="{F848A2AC-1558-4BCF-8832-3F9C2380982D}"/>
          </ac:spMkLst>
        </pc:spChg>
        <pc:spChg chg="add del mod">
          <ac:chgData name="馬場　碧生" userId="242fe924-956f-4f80-97d5-7a3231fdf9ba" providerId="ADAL" clId="{E59E2DC9-86A0-43C6-AC92-2955BB4E7CDD}" dt="2026-02-06T02:26:11.349" v="1638"/>
          <ac:spMkLst>
            <pc:docMk/>
            <pc:sldMk cId="446352604" sldId="267"/>
            <ac:spMk id="65" creationId="{C3EB2BE6-DDD7-48C1-B285-7377DDD79071}"/>
          </ac:spMkLst>
        </pc:spChg>
        <pc:spChg chg="add mod">
          <ac:chgData name="馬場　碧生" userId="242fe924-956f-4f80-97d5-7a3231fdf9ba" providerId="ADAL" clId="{E59E2DC9-86A0-43C6-AC92-2955BB4E7CDD}" dt="2026-02-06T03:31:39.072" v="2222" actId="1076"/>
          <ac:spMkLst>
            <pc:docMk/>
            <pc:sldMk cId="446352604" sldId="267"/>
            <ac:spMk id="66" creationId="{503C50A8-73E9-4BB9-96B3-B3740FCAA50E}"/>
          </ac:spMkLst>
        </pc:spChg>
        <pc:spChg chg="add del mod">
          <ac:chgData name="馬場　碧生" userId="242fe924-956f-4f80-97d5-7a3231fdf9ba" providerId="ADAL" clId="{E59E2DC9-86A0-43C6-AC92-2955BB4E7CDD}" dt="2026-02-06T02:32:01.517" v="1743" actId="478"/>
          <ac:spMkLst>
            <pc:docMk/>
            <pc:sldMk cId="446352604" sldId="267"/>
            <ac:spMk id="67" creationId="{6FE5D2FB-B285-4DBF-A2EF-A2E898C70A27}"/>
          </ac:spMkLst>
        </pc:spChg>
        <pc:spChg chg="add del mod">
          <ac:chgData name="馬場　碧生" userId="242fe924-956f-4f80-97d5-7a3231fdf9ba" providerId="ADAL" clId="{E59E2DC9-86A0-43C6-AC92-2955BB4E7CDD}" dt="2026-02-06T02:32:02.313" v="1744" actId="478"/>
          <ac:spMkLst>
            <pc:docMk/>
            <pc:sldMk cId="446352604" sldId="267"/>
            <ac:spMk id="68" creationId="{F8B20C31-2CF1-4501-AEA5-2B7749B1EFB9}"/>
          </ac:spMkLst>
        </pc:spChg>
        <pc:spChg chg="add mod">
          <ac:chgData name="馬場　碧生" userId="242fe924-956f-4f80-97d5-7a3231fdf9ba" providerId="ADAL" clId="{E59E2DC9-86A0-43C6-AC92-2955BB4E7CDD}" dt="2026-02-06T03:31:47.885" v="2223" actId="1076"/>
          <ac:spMkLst>
            <pc:docMk/>
            <pc:sldMk cId="446352604" sldId="267"/>
            <ac:spMk id="69" creationId="{86CD0742-FC52-4580-A06F-7134A313820D}"/>
          </ac:spMkLst>
        </pc:spChg>
        <pc:spChg chg="add del mod">
          <ac:chgData name="馬場　碧生" userId="242fe924-956f-4f80-97d5-7a3231fdf9ba" providerId="ADAL" clId="{E59E2DC9-86A0-43C6-AC92-2955BB4E7CDD}" dt="2026-02-06T02:27:43.228" v="1671"/>
          <ac:spMkLst>
            <pc:docMk/>
            <pc:sldMk cId="446352604" sldId="267"/>
            <ac:spMk id="70" creationId="{48E81197-D7D3-4DD7-8326-DA8BFC09B0F8}"/>
          </ac:spMkLst>
        </pc:spChg>
        <pc:spChg chg="add del mod">
          <ac:chgData name="馬場　碧生" userId="242fe924-956f-4f80-97d5-7a3231fdf9ba" providerId="ADAL" clId="{E59E2DC9-86A0-43C6-AC92-2955BB4E7CDD}" dt="2026-02-06T02:27:43.056" v="1670"/>
          <ac:spMkLst>
            <pc:docMk/>
            <pc:sldMk cId="446352604" sldId="267"/>
            <ac:spMk id="71" creationId="{BB7A3107-114F-4901-9929-66A618B8692F}"/>
          </ac:spMkLst>
        </pc:spChg>
        <pc:spChg chg="add del mod">
          <ac:chgData name="馬場　碧生" userId="242fe924-956f-4f80-97d5-7a3231fdf9ba" providerId="ADAL" clId="{E59E2DC9-86A0-43C6-AC92-2955BB4E7CDD}" dt="2026-02-06T02:27:42.882" v="1669"/>
          <ac:spMkLst>
            <pc:docMk/>
            <pc:sldMk cId="446352604" sldId="267"/>
            <ac:spMk id="72" creationId="{FE7215F7-F703-48E6-A60E-523A36DF6D66}"/>
          </ac:spMkLst>
        </pc:spChg>
        <pc:spChg chg="add del mod">
          <ac:chgData name="馬場　碧生" userId="242fe924-956f-4f80-97d5-7a3231fdf9ba" providerId="ADAL" clId="{E59E2DC9-86A0-43C6-AC92-2955BB4E7CDD}" dt="2026-02-06T02:27:42.699" v="1668"/>
          <ac:spMkLst>
            <pc:docMk/>
            <pc:sldMk cId="446352604" sldId="267"/>
            <ac:spMk id="73" creationId="{ECC59E13-89B9-4FF2-85EB-9963DDFFE7BA}"/>
          </ac:spMkLst>
        </pc:spChg>
        <pc:spChg chg="add del mod">
          <ac:chgData name="馬場　碧生" userId="242fe924-956f-4f80-97d5-7a3231fdf9ba" providerId="ADAL" clId="{E59E2DC9-86A0-43C6-AC92-2955BB4E7CDD}" dt="2026-02-06T02:30:30.422" v="1724" actId="478"/>
          <ac:spMkLst>
            <pc:docMk/>
            <pc:sldMk cId="446352604" sldId="267"/>
            <ac:spMk id="74" creationId="{A515FD99-7758-4013-AF20-3B7EEE68E462}"/>
          </ac:spMkLst>
        </pc:spChg>
        <pc:spChg chg="add del mod">
          <ac:chgData name="馬場　碧生" userId="242fe924-956f-4f80-97d5-7a3231fdf9ba" providerId="ADAL" clId="{E59E2DC9-86A0-43C6-AC92-2955BB4E7CDD}" dt="2026-02-06T02:30:29.949" v="1723" actId="478"/>
          <ac:spMkLst>
            <pc:docMk/>
            <pc:sldMk cId="446352604" sldId="267"/>
            <ac:spMk id="75" creationId="{2E3B72D6-5098-471F-95A2-72FE539B4614}"/>
          </ac:spMkLst>
        </pc:spChg>
        <pc:spChg chg="add mod">
          <ac:chgData name="馬場　碧生" userId="242fe924-956f-4f80-97d5-7a3231fdf9ba" providerId="ADAL" clId="{E59E2DC9-86A0-43C6-AC92-2955BB4E7CDD}" dt="2026-02-06T03:31:39.072" v="2222" actId="1076"/>
          <ac:spMkLst>
            <pc:docMk/>
            <pc:sldMk cId="446352604" sldId="267"/>
            <ac:spMk id="76" creationId="{879CDB71-F12D-438E-9855-7BEC8191D79A}"/>
          </ac:spMkLst>
        </pc:spChg>
        <pc:spChg chg="add mod">
          <ac:chgData name="馬場　碧生" userId="242fe924-956f-4f80-97d5-7a3231fdf9ba" providerId="ADAL" clId="{E59E2DC9-86A0-43C6-AC92-2955BB4E7CDD}" dt="2026-02-06T03:31:39.072" v="2222" actId="1076"/>
          <ac:spMkLst>
            <pc:docMk/>
            <pc:sldMk cId="446352604" sldId="267"/>
            <ac:spMk id="77" creationId="{2A708A3C-69A9-41A8-8E1B-ADF68CC662C5}"/>
          </ac:spMkLst>
        </pc:spChg>
        <pc:spChg chg="add mod">
          <ac:chgData name="馬場　碧生" userId="242fe924-956f-4f80-97d5-7a3231fdf9ba" providerId="ADAL" clId="{E59E2DC9-86A0-43C6-AC92-2955BB4E7CDD}" dt="2026-02-06T03:31:39.072" v="2222" actId="1076"/>
          <ac:spMkLst>
            <pc:docMk/>
            <pc:sldMk cId="446352604" sldId="267"/>
            <ac:spMk id="78" creationId="{66EE8260-AC7F-4DC2-A0CC-4A870E76B9CA}"/>
          </ac:spMkLst>
        </pc:spChg>
        <pc:spChg chg="add del mod">
          <ac:chgData name="馬場　碧生" userId="242fe924-956f-4f80-97d5-7a3231fdf9ba" providerId="ADAL" clId="{E59E2DC9-86A0-43C6-AC92-2955BB4E7CDD}" dt="2026-02-06T02:33:01.962" v="1800" actId="478"/>
          <ac:spMkLst>
            <pc:docMk/>
            <pc:sldMk cId="446352604" sldId="267"/>
            <ac:spMk id="99" creationId="{F8F5CC97-D056-4BCA-828C-2DDEC7D4BDA2}"/>
          </ac:spMkLst>
        </pc:spChg>
        <pc:spChg chg="add del mod">
          <ac:chgData name="馬場　碧生" userId="242fe924-956f-4f80-97d5-7a3231fdf9ba" providerId="ADAL" clId="{E59E2DC9-86A0-43C6-AC92-2955BB4E7CDD}" dt="2026-02-06T02:33:01.249" v="1799" actId="478"/>
          <ac:spMkLst>
            <pc:docMk/>
            <pc:sldMk cId="446352604" sldId="267"/>
            <ac:spMk id="100" creationId="{53E768F3-2BE1-4564-A948-7B806A0670C8}"/>
          </ac:spMkLst>
        </pc:spChg>
        <pc:spChg chg="add del mod">
          <ac:chgData name="馬場　碧生" userId="242fe924-956f-4f80-97d5-7a3231fdf9ba" providerId="ADAL" clId="{E59E2DC9-86A0-43C6-AC92-2955BB4E7CDD}" dt="2026-02-06T02:33:00.595" v="1798" actId="478"/>
          <ac:spMkLst>
            <pc:docMk/>
            <pc:sldMk cId="446352604" sldId="267"/>
            <ac:spMk id="101" creationId="{9552075A-E443-4FDC-910B-46831D673A53}"/>
          </ac:spMkLst>
        </pc:spChg>
        <pc:spChg chg="add del mod">
          <ac:chgData name="馬場　碧生" userId="242fe924-956f-4f80-97d5-7a3231fdf9ba" providerId="ADAL" clId="{E59E2DC9-86A0-43C6-AC92-2955BB4E7CDD}" dt="2026-02-06T02:32:37.849" v="1793"/>
          <ac:spMkLst>
            <pc:docMk/>
            <pc:sldMk cId="446352604" sldId="267"/>
            <ac:spMk id="102" creationId="{4C0D2025-FC07-49F5-BD0F-142AE3EFC3A7}"/>
          </ac:spMkLst>
        </pc:spChg>
        <pc:spChg chg="add mod">
          <ac:chgData name="馬場　碧生" userId="242fe924-956f-4f80-97d5-7a3231fdf9ba" providerId="ADAL" clId="{E59E2DC9-86A0-43C6-AC92-2955BB4E7CDD}" dt="2026-02-06T03:31:39.072" v="2222" actId="1076"/>
          <ac:spMkLst>
            <pc:docMk/>
            <pc:sldMk cId="446352604" sldId="267"/>
            <ac:spMk id="110" creationId="{D1DB24AA-D89F-4BDC-947E-AE75A5553A72}"/>
          </ac:spMkLst>
        </pc:spChg>
        <pc:spChg chg="add mod">
          <ac:chgData name="馬場　碧生" userId="242fe924-956f-4f80-97d5-7a3231fdf9ba" providerId="ADAL" clId="{E59E2DC9-86A0-43C6-AC92-2955BB4E7CDD}" dt="2026-02-06T03:31:39.072" v="2222" actId="1076"/>
          <ac:spMkLst>
            <pc:docMk/>
            <pc:sldMk cId="446352604" sldId="267"/>
            <ac:spMk id="111" creationId="{B72A36E5-D18F-439D-9F78-FB5DDC06B14F}"/>
          </ac:spMkLst>
        </pc:spChg>
        <pc:spChg chg="add mod">
          <ac:chgData name="馬場　碧生" userId="242fe924-956f-4f80-97d5-7a3231fdf9ba" providerId="ADAL" clId="{E59E2DC9-86A0-43C6-AC92-2955BB4E7CDD}" dt="2026-02-06T03:31:39.072" v="2222" actId="1076"/>
          <ac:spMkLst>
            <pc:docMk/>
            <pc:sldMk cId="446352604" sldId="267"/>
            <ac:spMk id="112" creationId="{14CF7E58-C9A7-4381-8468-5CB562F6407C}"/>
          </ac:spMkLst>
        </pc:spChg>
        <pc:spChg chg="add mod">
          <ac:chgData name="馬場　碧生" userId="242fe924-956f-4f80-97d5-7a3231fdf9ba" providerId="ADAL" clId="{E59E2DC9-86A0-43C6-AC92-2955BB4E7CDD}" dt="2026-02-06T03:31:39.072" v="2222" actId="1076"/>
          <ac:spMkLst>
            <pc:docMk/>
            <pc:sldMk cId="446352604" sldId="267"/>
            <ac:spMk id="113" creationId="{5A6A7525-765E-4CFA-9C01-AA51BAE60AC0}"/>
          </ac:spMkLst>
        </pc:spChg>
        <pc:spChg chg="add mod">
          <ac:chgData name="馬場　碧生" userId="242fe924-956f-4f80-97d5-7a3231fdf9ba" providerId="ADAL" clId="{E59E2DC9-86A0-43C6-AC92-2955BB4E7CDD}" dt="2026-02-06T03:31:39.072" v="2222" actId="1076"/>
          <ac:spMkLst>
            <pc:docMk/>
            <pc:sldMk cId="446352604" sldId="267"/>
            <ac:spMk id="114" creationId="{49AA939C-3153-4C56-B1EA-DC24CD810009}"/>
          </ac:spMkLst>
        </pc:spChg>
        <pc:spChg chg="add del mod">
          <ac:chgData name="馬場　碧生" userId="242fe924-956f-4f80-97d5-7a3231fdf9ba" providerId="ADAL" clId="{E59E2DC9-86A0-43C6-AC92-2955BB4E7CDD}" dt="2026-02-06T02:36:58.235" v="1866" actId="478"/>
          <ac:spMkLst>
            <pc:docMk/>
            <pc:sldMk cId="446352604" sldId="267"/>
            <ac:spMk id="115" creationId="{BB361417-08E2-4104-BA27-A6EE8BFDF5EA}"/>
          </ac:spMkLst>
        </pc:spChg>
        <pc:spChg chg="add mod">
          <ac:chgData name="馬場　碧生" userId="242fe924-956f-4f80-97d5-7a3231fdf9ba" providerId="ADAL" clId="{E59E2DC9-86A0-43C6-AC92-2955BB4E7CDD}" dt="2026-02-06T03:31:39.072" v="2222" actId="1076"/>
          <ac:spMkLst>
            <pc:docMk/>
            <pc:sldMk cId="446352604" sldId="267"/>
            <ac:spMk id="116" creationId="{1CB33D6B-5113-4A79-8DC8-ACD5D95C4125}"/>
          </ac:spMkLst>
        </pc:spChg>
        <pc:spChg chg="add mod">
          <ac:chgData name="馬場　碧生" userId="242fe924-956f-4f80-97d5-7a3231fdf9ba" providerId="ADAL" clId="{E59E2DC9-86A0-43C6-AC92-2955BB4E7CDD}" dt="2026-02-06T03:31:39.072" v="2222" actId="1076"/>
          <ac:spMkLst>
            <pc:docMk/>
            <pc:sldMk cId="446352604" sldId="267"/>
            <ac:spMk id="117" creationId="{5531074D-EB0C-491D-8C04-9E48A7BBEBBA}"/>
          </ac:spMkLst>
        </pc:spChg>
        <pc:spChg chg="add del mod">
          <ac:chgData name="馬場　碧生" userId="242fe924-956f-4f80-97d5-7a3231fdf9ba" providerId="ADAL" clId="{E59E2DC9-86A0-43C6-AC92-2955BB4E7CDD}" dt="2026-02-06T03:29:23.423" v="2203" actId="478"/>
          <ac:spMkLst>
            <pc:docMk/>
            <pc:sldMk cId="446352604" sldId="267"/>
            <ac:spMk id="118" creationId="{A9E966A7-9064-4B08-9656-6D50A7FC9885}"/>
          </ac:spMkLst>
        </pc:spChg>
        <pc:spChg chg="add del mod">
          <ac:chgData name="馬場　碧生" userId="242fe924-956f-4f80-97d5-7a3231fdf9ba" providerId="ADAL" clId="{E59E2DC9-86A0-43C6-AC92-2955BB4E7CDD}" dt="2026-02-06T02:43:06.529" v="1987" actId="478"/>
          <ac:spMkLst>
            <pc:docMk/>
            <pc:sldMk cId="446352604" sldId="267"/>
            <ac:spMk id="145" creationId="{548A9B7A-0ED6-4260-8F1D-BEC4A3DA5BD2}"/>
          </ac:spMkLst>
        </pc:spChg>
        <pc:spChg chg="add del mod ord">
          <ac:chgData name="馬場　碧生" userId="242fe924-956f-4f80-97d5-7a3231fdf9ba" providerId="ADAL" clId="{E59E2DC9-86A0-43C6-AC92-2955BB4E7CDD}" dt="2026-02-06T03:19:39.908" v="2109" actId="478"/>
          <ac:spMkLst>
            <pc:docMk/>
            <pc:sldMk cId="446352604" sldId="267"/>
            <ac:spMk id="160" creationId="{15CA858A-D4B2-491B-8F4A-CE7BE6376927}"/>
          </ac:spMkLst>
        </pc:spChg>
        <pc:spChg chg="add mod">
          <ac:chgData name="馬場　碧生" userId="242fe924-956f-4f80-97d5-7a3231fdf9ba" providerId="ADAL" clId="{E59E2DC9-86A0-43C6-AC92-2955BB4E7CDD}" dt="2026-02-06T03:31:39.072" v="2222" actId="1076"/>
          <ac:spMkLst>
            <pc:docMk/>
            <pc:sldMk cId="446352604" sldId="267"/>
            <ac:spMk id="179" creationId="{34D3C7A3-D676-429A-8339-AE152216A6CC}"/>
          </ac:spMkLst>
        </pc:spChg>
        <pc:spChg chg="add mod">
          <ac:chgData name="馬場　碧生" userId="242fe924-956f-4f80-97d5-7a3231fdf9ba" providerId="ADAL" clId="{E59E2DC9-86A0-43C6-AC92-2955BB4E7CDD}" dt="2026-02-06T03:31:39.072" v="2222" actId="1076"/>
          <ac:spMkLst>
            <pc:docMk/>
            <pc:sldMk cId="446352604" sldId="267"/>
            <ac:spMk id="180" creationId="{733C756E-06E2-43ED-A453-4B31D8E99EE5}"/>
          </ac:spMkLst>
        </pc:spChg>
        <pc:spChg chg="add mod">
          <ac:chgData name="馬場　碧生" userId="242fe924-956f-4f80-97d5-7a3231fdf9ba" providerId="ADAL" clId="{E59E2DC9-86A0-43C6-AC92-2955BB4E7CDD}" dt="2026-02-06T03:40:18.306" v="2235" actId="14100"/>
          <ac:spMkLst>
            <pc:docMk/>
            <pc:sldMk cId="446352604" sldId="267"/>
            <ac:spMk id="181" creationId="{B59EA596-BDC6-4531-9C7F-1E1492C8CB74}"/>
          </ac:spMkLst>
        </pc:spChg>
        <pc:picChg chg="add mod">
          <ac:chgData name="馬場　碧生" userId="242fe924-956f-4f80-97d5-7a3231fdf9ba" providerId="ADAL" clId="{E59E2DC9-86A0-43C6-AC92-2955BB4E7CDD}" dt="2026-02-09T00:40:15.953" v="2254" actId="1076"/>
          <ac:picMkLst>
            <pc:docMk/>
            <pc:sldMk cId="446352604" sldId="267"/>
            <ac:picMk id="3" creationId="{8F54712E-35FD-45F7-B32F-477AF378540C}"/>
          </ac:picMkLst>
        </pc:picChg>
        <pc:picChg chg="add del mod">
          <ac:chgData name="馬場　碧生" userId="242fe924-956f-4f80-97d5-7a3231fdf9ba" providerId="ADAL" clId="{E59E2DC9-86A0-43C6-AC92-2955BB4E7CDD}" dt="2026-02-09T00:44:25.165" v="2327" actId="478"/>
          <ac:picMkLst>
            <pc:docMk/>
            <pc:sldMk cId="446352604" sldId="267"/>
            <ac:picMk id="8" creationId="{965813AD-0A27-43F5-8EFD-55F605BBF794}"/>
          </ac:picMkLst>
        </pc:picChg>
        <pc:picChg chg="add del mod">
          <ac:chgData name="馬場　碧生" userId="242fe924-956f-4f80-97d5-7a3231fdf9ba" providerId="ADAL" clId="{E59E2DC9-86A0-43C6-AC92-2955BB4E7CDD}" dt="2026-02-09T00:46:09.477" v="2352" actId="478"/>
          <ac:picMkLst>
            <pc:docMk/>
            <pc:sldMk cId="446352604" sldId="267"/>
            <ac:picMk id="10" creationId="{C7FF2676-F028-41AF-9E00-38FC741EFD97}"/>
          </ac:picMkLst>
        </pc:picChg>
        <pc:picChg chg="add mod">
          <ac:chgData name="馬場　碧生" userId="242fe924-956f-4f80-97d5-7a3231fdf9ba" providerId="ADAL" clId="{E59E2DC9-86A0-43C6-AC92-2955BB4E7CDD}" dt="2026-02-09T00:50:51.414" v="2361" actId="207"/>
          <ac:picMkLst>
            <pc:docMk/>
            <pc:sldMk cId="446352604" sldId="267"/>
            <ac:picMk id="12" creationId="{341AA9F1-CE96-4E3D-83BA-5904DAF82805}"/>
          </ac:picMkLst>
        </pc:picChg>
        <pc:picChg chg="add mod">
          <ac:chgData name="馬場　碧生" userId="242fe924-956f-4f80-97d5-7a3231fdf9ba" providerId="ADAL" clId="{E59E2DC9-86A0-43C6-AC92-2955BB4E7CDD}" dt="2026-02-09T00:40:22.512" v="2256" actId="1076"/>
          <ac:picMkLst>
            <pc:docMk/>
            <pc:sldMk cId="446352604" sldId="267"/>
            <ac:picMk id="62" creationId="{C6F06846-1288-4B0A-AB8C-BDCAD5C86F06}"/>
          </ac:picMkLst>
        </pc:picChg>
        <pc:picChg chg="add mod">
          <ac:chgData name="馬場　碧生" userId="242fe924-956f-4f80-97d5-7a3231fdf9ba" providerId="ADAL" clId="{E59E2DC9-86A0-43C6-AC92-2955BB4E7CDD}" dt="2026-02-09T00:40:29.435" v="2258" actId="1076"/>
          <ac:picMkLst>
            <pc:docMk/>
            <pc:sldMk cId="446352604" sldId="267"/>
            <ac:picMk id="63" creationId="{DDEA3C89-5BB6-4851-91F8-177228169BA5}"/>
          </ac:picMkLst>
        </pc:picChg>
        <pc:picChg chg="add mod">
          <ac:chgData name="馬場　碧生" userId="242fe924-956f-4f80-97d5-7a3231fdf9ba" providerId="ADAL" clId="{E59E2DC9-86A0-43C6-AC92-2955BB4E7CDD}" dt="2026-02-09T00:40:37.283" v="2260" actId="1076"/>
          <ac:picMkLst>
            <pc:docMk/>
            <pc:sldMk cId="446352604" sldId="267"/>
            <ac:picMk id="64" creationId="{ED320427-0F31-450E-BB60-2D1D43428BE7}"/>
          </ac:picMkLst>
        </pc:picChg>
        <pc:picChg chg="add mod">
          <ac:chgData name="馬場　碧生" userId="242fe924-956f-4f80-97d5-7a3231fdf9ba" providerId="ADAL" clId="{E59E2DC9-86A0-43C6-AC92-2955BB4E7CDD}" dt="2026-02-09T00:44:41.813" v="2331" actId="1076"/>
          <ac:picMkLst>
            <pc:docMk/>
            <pc:sldMk cId="446352604" sldId="267"/>
            <ac:picMk id="65" creationId="{87BC7BA3-C66D-4E98-A0C2-D875E84B0559}"/>
          </ac:picMkLst>
        </pc:picChg>
        <pc:picChg chg="add mod">
          <ac:chgData name="馬場　碧生" userId="242fe924-956f-4f80-97d5-7a3231fdf9ba" providerId="ADAL" clId="{E59E2DC9-86A0-43C6-AC92-2955BB4E7CDD}" dt="2026-02-09T00:44:40.343" v="2330" actId="1076"/>
          <ac:picMkLst>
            <pc:docMk/>
            <pc:sldMk cId="446352604" sldId="267"/>
            <ac:picMk id="67" creationId="{09A9ADE5-81C1-4FE9-B8C8-ED2DD72E0EDB}"/>
          </ac:picMkLst>
        </pc:picChg>
        <pc:picChg chg="add mod">
          <ac:chgData name="馬場　碧生" userId="242fe924-956f-4f80-97d5-7a3231fdf9ba" providerId="ADAL" clId="{E59E2DC9-86A0-43C6-AC92-2955BB4E7CDD}" dt="2026-02-09T00:44:44.487" v="2332" actId="1076"/>
          <ac:picMkLst>
            <pc:docMk/>
            <pc:sldMk cId="446352604" sldId="267"/>
            <ac:picMk id="68" creationId="{B85A1C80-BDFC-4809-A932-364648472F36}"/>
          </ac:picMkLst>
        </pc:picChg>
        <pc:picChg chg="add mod">
          <ac:chgData name="馬場　碧生" userId="242fe924-956f-4f80-97d5-7a3231fdf9ba" providerId="ADAL" clId="{E59E2DC9-86A0-43C6-AC92-2955BB4E7CDD}" dt="2026-02-09T00:44:48.347" v="2333" actId="1076"/>
          <ac:picMkLst>
            <pc:docMk/>
            <pc:sldMk cId="446352604" sldId="267"/>
            <ac:picMk id="70" creationId="{51A38CC7-E198-4604-93B6-A1DE07995DB5}"/>
          </ac:picMkLst>
        </pc:picChg>
        <pc:picChg chg="add mod">
          <ac:chgData name="馬場　碧生" userId="242fe924-956f-4f80-97d5-7a3231fdf9ba" providerId="ADAL" clId="{E59E2DC9-86A0-43C6-AC92-2955BB4E7CDD}" dt="2026-02-09T00:44:51.286" v="2334" actId="1076"/>
          <ac:picMkLst>
            <pc:docMk/>
            <pc:sldMk cId="446352604" sldId="267"/>
            <ac:picMk id="71" creationId="{1810794C-2271-48B4-BC05-3D34330F8E5E}"/>
          </ac:picMkLst>
        </pc:picChg>
        <pc:picChg chg="add mod">
          <ac:chgData name="馬場　碧生" userId="242fe924-956f-4f80-97d5-7a3231fdf9ba" providerId="ADAL" clId="{E59E2DC9-86A0-43C6-AC92-2955BB4E7CDD}" dt="2026-02-09T00:41:48.516" v="2287" actId="1076"/>
          <ac:picMkLst>
            <pc:docMk/>
            <pc:sldMk cId="446352604" sldId="267"/>
            <ac:picMk id="72" creationId="{D67A660A-9AB5-44E6-AC18-E9050BF10D50}"/>
          </ac:picMkLst>
        </pc:picChg>
        <pc:picChg chg="add mod">
          <ac:chgData name="馬場　碧生" userId="242fe924-956f-4f80-97d5-7a3231fdf9ba" providerId="ADAL" clId="{E59E2DC9-86A0-43C6-AC92-2955BB4E7CDD}" dt="2026-02-09T00:50:44.012" v="2359" actId="1076"/>
          <ac:picMkLst>
            <pc:docMk/>
            <pc:sldMk cId="446352604" sldId="267"/>
            <ac:picMk id="73" creationId="{49518E81-34DB-4676-A35B-7B01A63258D2}"/>
          </ac:picMkLst>
        </pc:picChg>
        <pc:picChg chg="add mod">
          <ac:chgData name="馬場　碧生" userId="242fe924-956f-4f80-97d5-7a3231fdf9ba" providerId="ADAL" clId="{E59E2DC9-86A0-43C6-AC92-2955BB4E7CDD}" dt="2026-02-09T00:44:54.157" v="2336" actId="1076"/>
          <ac:picMkLst>
            <pc:docMk/>
            <pc:sldMk cId="446352604" sldId="267"/>
            <ac:picMk id="74" creationId="{0185D69E-4526-465F-8A5E-385C4F4D7B1C}"/>
          </ac:picMkLst>
        </pc:picChg>
        <pc:picChg chg="add mod">
          <ac:chgData name="馬場　碧生" userId="242fe924-956f-4f80-97d5-7a3231fdf9ba" providerId="ADAL" clId="{E59E2DC9-86A0-43C6-AC92-2955BB4E7CDD}" dt="2026-02-09T00:44:30.802" v="2328" actId="1076"/>
          <ac:picMkLst>
            <pc:docMk/>
            <pc:sldMk cId="446352604" sldId="267"/>
            <ac:picMk id="75" creationId="{D13259AB-B5BB-42FF-9804-8B0B0B796222}"/>
          </ac:picMkLst>
        </pc:picChg>
        <pc:picChg chg="add mod">
          <ac:chgData name="馬場　碧生" userId="242fe924-956f-4f80-97d5-7a3231fdf9ba" providerId="ADAL" clId="{E59E2DC9-86A0-43C6-AC92-2955BB4E7CDD}" dt="2026-02-09T00:44:52.907" v="2335" actId="1076"/>
          <ac:picMkLst>
            <pc:docMk/>
            <pc:sldMk cId="446352604" sldId="267"/>
            <ac:picMk id="79" creationId="{C30E118F-8659-4943-B6B4-BE2D92609EC4}"/>
          </ac:picMkLst>
        </pc:picChg>
        <pc:picChg chg="add mod">
          <ac:chgData name="馬場　碧生" userId="242fe924-956f-4f80-97d5-7a3231fdf9ba" providerId="ADAL" clId="{E59E2DC9-86A0-43C6-AC92-2955BB4E7CDD}" dt="2026-02-06T03:31:39.072" v="2222" actId="1076"/>
          <ac:picMkLst>
            <pc:docMk/>
            <pc:sldMk cId="446352604" sldId="267"/>
            <ac:picMk id="104" creationId="{96D32AD9-3AB0-4B64-97CF-6C9CB6BE055B}"/>
          </ac:picMkLst>
        </pc:picChg>
        <pc:picChg chg="add mod">
          <ac:chgData name="馬場　碧生" userId="242fe924-956f-4f80-97d5-7a3231fdf9ba" providerId="ADAL" clId="{E59E2DC9-86A0-43C6-AC92-2955BB4E7CDD}" dt="2026-02-06T03:31:39.072" v="2222" actId="1076"/>
          <ac:picMkLst>
            <pc:docMk/>
            <pc:sldMk cId="446352604" sldId="267"/>
            <ac:picMk id="105" creationId="{CB935BE2-7A36-43F4-8D24-A45517008543}"/>
          </ac:picMkLst>
        </pc:picChg>
        <pc:picChg chg="add mod">
          <ac:chgData name="馬場　碧生" userId="242fe924-956f-4f80-97d5-7a3231fdf9ba" providerId="ADAL" clId="{E59E2DC9-86A0-43C6-AC92-2955BB4E7CDD}" dt="2026-02-06T03:31:39.072" v="2222" actId="1076"/>
          <ac:picMkLst>
            <pc:docMk/>
            <pc:sldMk cId="446352604" sldId="267"/>
            <ac:picMk id="106" creationId="{26B5365B-4004-4D88-98D5-D92BB1BD41A4}"/>
          </ac:picMkLst>
        </pc:picChg>
        <pc:picChg chg="add mod">
          <ac:chgData name="馬場　碧生" userId="242fe924-956f-4f80-97d5-7a3231fdf9ba" providerId="ADAL" clId="{E59E2DC9-86A0-43C6-AC92-2955BB4E7CDD}" dt="2026-02-06T03:31:39.072" v="2222" actId="1076"/>
          <ac:picMkLst>
            <pc:docMk/>
            <pc:sldMk cId="446352604" sldId="267"/>
            <ac:picMk id="107" creationId="{98585C90-7D7A-4F7E-8EA5-04B009B68650}"/>
          </ac:picMkLst>
        </pc:picChg>
        <pc:picChg chg="add del mod">
          <ac:chgData name="馬場　碧生" userId="242fe924-956f-4f80-97d5-7a3231fdf9ba" providerId="ADAL" clId="{E59E2DC9-86A0-43C6-AC92-2955BB4E7CDD}" dt="2026-02-06T02:33:21.332" v="1814" actId="478"/>
          <ac:picMkLst>
            <pc:docMk/>
            <pc:sldMk cId="446352604" sldId="267"/>
            <ac:picMk id="108" creationId="{B3CCF426-061F-475B-B785-F80747A72C32}"/>
          </ac:picMkLst>
        </pc:picChg>
        <pc:picChg chg="add mod">
          <ac:chgData name="馬場　碧生" userId="242fe924-956f-4f80-97d5-7a3231fdf9ba" providerId="ADAL" clId="{E59E2DC9-86A0-43C6-AC92-2955BB4E7CDD}" dt="2026-02-06T03:31:39.072" v="2222" actId="1076"/>
          <ac:picMkLst>
            <pc:docMk/>
            <pc:sldMk cId="446352604" sldId="267"/>
            <ac:picMk id="119" creationId="{235CE857-38A3-4519-87CB-C76C552A989D}"/>
          </ac:picMkLst>
        </pc:picChg>
        <pc:picChg chg="add del mod">
          <ac:chgData name="馬場　碧生" userId="242fe924-956f-4f80-97d5-7a3231fdf9ba" providerId="ADAL" clId="{E59E2DC9-86A0-43C6-AC92-2955BB4E7CDD}" dt="2026-02-06T03:26:49.159" v="2161" actId="478"/>
          <ac:picMkLst>
            <pc:docMk/>
            <pc:sldMk cId="446352604" sldId="267"/>
            <ac:picMk id="126" creationId="{AB866DBF-1A56-4744-B3E8-F4B8205F5FF1}"/>
          </ac:picMkLst>
        </pc:picChg>
        <pc:picChg chg="add del mod">
          <ac:chgData name="馬場　碧生" userId="242fe924-956f-4f80-97d5-7a3231fdf9ba" providerId="ADAL" clId="{E59E2DC9-86A0-43C6-AC92-2955BB4E7CDD}" dt="2026-02-06T02:40:31.395" v="1928" actId="478"/>
          <ac:picMkLst>
            <pc:docMk/>
            <pc:sldMk cId="446352604" sldId="267"/>
            <ac:picMk id="128" creationId="{08B579CD-B1FD-45B1-AEC8-2203B9A4F300}"/>
          </ac:picMkLst>
        </pc:picChg>
        <pc:picChg chg="add del mod">
          <ac:chgData name="馬場　碧生" userId="242fe924-956f-4f80-97d5-7a3231fdf9ba" providerId="ADAL" clId="{E59E2DC9-86A0-43C6-AC92-2955BB4E7CDD}" dt="2026-02-06T02:40:31.120" v="1927" actId="478"/>
          <ac:picMkLst>
            <pc:docMk/>
            <pc:sldMk cId="446352604" sldId="267"/>
            <ac:picMk id="129" creationId="{204B73C6-92D4-4D15-BD3B-8CCA9DA11C6C}"/>
          </ac:picMkLst>
        </pc:picChg>
        <pc:picChg chg="add del mod">
          <ac:chgData name="馬場　碧生" userId="242fe924-956f-4f80-97d5-7a3231fdf9ba" providerId="ADAL" clId="{E59E2DC9-86A0-43C6-AC92-2955BB4E7CDD}" dt="2026-02-06T02:40:30.639" v="1926" actId="478"/>
          <ac:picMkLst>
            <pc:docMk/>
            <pc:sldMk cId="446352604" sldId="267"/>
            <ac:picMk id="130" creationId="{AC2C585A-E498-49D2-9B6E-586C7D0B9E73}"/>
          </ac:picMkLst>
        </pc:picChg>
        <pc:picChg chg="add del mod">
          <ac:chgData name="馬場　碧生" userId="242fe924-956f-4f80-97d5-7a3231fdf9ba" providerId="ADAL" clId="{E59E2DC9-86A0-43C6-AC92-2955BB4E7CDD}" dt="2026-02-09T00:41:24.240" v="2276" actId="478"/>
          <ac:picMkLst>
            <pc:docMk/>
            <pc:sldMk cId="446352604" sldId="267"/>
            <ac:picMk id="131" creationId="{668EC004-3283-43CE-87AD-E30293D4582D}"/>
          </ac:picMkLst>
        </pc:picChg>
        <pc:picChg chg="add del mod">
          <ac:chgData name="馬場　碧生" userId="242fe924-956f-4f80-97d5-7a3231fdf9ba" providerId="ADAL" clId="{E59E2DC9-86A0-43C6-AC92-2955BB4E7CDD}" dt="2026-02-06T02:41:08.745" v="1943" actId="478"/>
          <ac:picMkLst>
            <pc:docMk/>
            <pc:sldMk cId="446352604" sldId="267"/>
            <ac:picMk id="132" creationId="{E233754D-9D58-4AFF-949C-D7D0D8995B1C}"/>
          </ac:picMkLst>
        </pc:picChg>
        <pc:picChg chg="add del mod">
          <ac:chgData name="馬場　碧生" userId="242fe924-956f-4f80-97d5-7a3231fdf9ba" providerId="ADAL" clId="{E59E2DC9-86A0-43C6-AC92-2955BB4E7CDD}" dt="2026-02-06T02:41:09.689" v="1944" actId="478"/>
          <ac:picMkLst>
            <pc:docMk/>
            <pc:sldMk cId="446352604" sldId="267"/>
            <ac:picMk id="133" creationId="{AB4CF947-755A-42B5-A343-0BD51D7F874B}"/>
          </ac:picMkLst>
        </pc:picChg>
        <pc:picChg chg="add del mod">
          <ac:chgData name="馬場　碧生" userId="242fe924-956f-4f80-97d5-7a3231fdf9ba" providerId="ADAL" clId="{E59E2DC9-86A0-43C6-AC92-2955BB4E7CDD}" dt="2026-02-06T02:41:10.494" v="1945" actId="478"/>
          <ac:picMkLst>
            <pc:docMk/>
            <pc:sldMk cId="446352604" sldId="267"/>
            <ac:picMk id="134" creationId="{4CC0BA24-5DA6-456D-A1B8-F0DEB896C2B7}"/>
          </ac:picMkLst>
        </pc:picChg>
        <pc:picChg chg="add del mod">
          <ac:chgData name="馬場　碧生" userId="242fe924-956f-4f80-97d5-7a3231fdf9ba" providerId="ADAL" clId="{E59E2DC9-86A0-43C6-AC92-2955BB4E7CDD}" dt="2026-02-06T02:41:11.220" v="1946" actId="478"/>
          <ac:picMkLst>
            <pc:docMk/>
            <pc:sldMk cId="446352604" sldId="267"/>
            <ac:picMk id="135" creationId="{D1222D63-6C83-4D65-B9E1-BAE445B33EE2}"/>
          </ac:picMkLst>
        </pc:picChg>
        <pc:picChg chg="add del mod">
          <ac:chgData name="馬場　碧生" userId="242fe924-956f-4f80-97d5-7a3231fdf9ba" providerId="ADAL" clId="{E59E2DC9-86A0-43C6-AC92-2955BB4E7CDD}" dt="2026-02-09T00:41:25.799" v="2278" actId="478"/>
          <ac:picMkLst>
            <pc:docMk/>
            <pc:sldMk cId="446352604" sldId="267"/>
            <ac:picMk id="136" creationId="{57A14D92-AD9B-4087-94D8-D24FDE6B1597}"/>
          </ac:picMkLst>
        </pc:picChg>
        <pc:picChg chg="add del mod">
          <ac:chgData name="馬場　碧生" userId="242fe924-956f-4f80-97d5-7a3231fdf9ba" providerId="ADAL" clId="{E59E2DC9-86A0-43C6-AC92-2955BB4E7CDD}" dt="2026-02-09T00:42:23.906" v="2299" actId="478"/>
          <ac:picMkLst>
            <pc:docMk/>
            <pc:sldMk cId="446352604" sldId="267"/>
            <ac:picMk id="137" creationId="{2D143DCC-8DF8-48C7-91FC-E27BDB101710}"/>
          </ac:picMkLst>
        </pc:picChg>
        <pc:picChg chg="add del mod">
          <ac:chgData name="馬場　碧生" userId="242fe924-956f-4f80-97d5-7a3231fdf9ba" providerId="ADAL" clId="{E59E2DC9-86A0-43C6-AC92-2955BB4E7CDD}" dt="2026-02-09T00:41:22.403" v="2274" actId="478"/>
          <ac:picMkLst>
            <pc:docMk/>
            <pc:sldMk cId="446352604" sldId="267"/>
            <ac:picMk id="138" creationId="{F89E8B7A-FD51-4AD6-84A9-1505B25288CB}"/>
          </ac:picMkLst>
        </pc:picChg>
        <pc:picChg chg="add del mod">
          <ac:chgData name="馬場　碧生" userId="242fe924-956f-4f80-97d5-7a3231fdf9ba" providerId="ADAL" clId="{E59E2DC9-86A0-43C6-AC92-2955BB4E7CDD}" dt="2026-02-09T00:41:24.961" v="2277" actId="478"/>
          <ac:picMkLst>
            <pc:docMk/>
            <pc:sldMk cId="446352604" sldId="267"/>
            <ac:picMk id="139" creationId="{4799B35B-6344-4C62-8E63-E33844E05060}"/>
          </ac:picMkLst>
        </pc:picChg>
        <pc:picChg chg="add del mod">
          <ac:chgData name="馬場　碧生" userId="242fe924-956f-4f80-97d5-7a3231fdf9ba" providerId="ADAL" clId="{E59E2DC9-86A0-43C6-AC92-2955BB4E7CDD}" dt="2026-02-09T00:41:23.296" v="2275" actId="478"/>
          <ac:picMkLst>
            <pc:docMk/>
            <pc:sldMk cId="446352604" sldId="267"/>
            <ac:picMk id="140" creationId="{6787883D-5150-4D00-837C-CB1C6ADA3353}"/>
          </ac:picMkLst>
        </pc:picChg>
        <pc:picChg chg="add del mod">
          <ac:chgData name="馬場　碧生" userId="242fe924-956f-4f80-97d5-7a3231fdf9ba" providerId="ADAL" clId="{E59E2DC9-86A0-43C6-AC92-2955BB4E7CDD}" dt="2026-02-09T00:41:26.447" v="2279" actId="478"/>
          <ac:picMkLst>
            <pc:docMk/>
            <pc:sldMk cId="446352604" sldId="267"/>
            <ac:picMk id="141" creationId="{761CAE6B-B6B9-4035-B304-1AFA98B49535}"/>
          </ac:picMkLst>
        </pc:picChg>
        <pc:picChg chg="add del mod">
          <ac:chgData name="馬場　碧生" userId="242fe924-956f-4f80-97d5-7a3231fdf9ba" providerId="ADAL" clId="{E59E2DC9-86A0-43C6-AC92-2955BB4E7CDD}" dt="2026-02-09T00:41:13.579" v="2268" actId="478"/>
          <ac:picMkLst>
            <pc:docMk/>
            <pc:sldMk cId="446352604" sldId="267"/>
            <ac:picMk id="142" creationId="{6EFFC3F7-E1D7-4DB4-A801-F9DAC295195B}"/>
          </ac:picMkLst>
        </pc:picChg>
        <pc:picChg chg="add del mod">
          <ac:chgData name="馬場　碧生" userId="242fe924-956f-4f80-97d5-7a3231fdf9ba" providerId="ADAL" clId="{E59E2DC9-86A0-43C6-AC92-2955BB4E7CDD}" dt="2026-02-09T00:41:14.237" v="2269" actId="478"/>
          <ac:picMkLst>
            <pc:docMk/>
            <pc:sldMk cId="446352604" sldId="267"/>
            <ac:picMk id="143" creationId="{B77D6AAB-0013-4A9D-873E-0C733796EEAE}"/>
          </ac:picMkLst>
        </pc:picChg>
        <pc:picChg chg="add del mod">
          <ac:chgData name="馬場　碧生" userId="242fe924-956f-4f80-97d5-7a3231fdf9ba" providerId="ADAL" clId="{E59E2DC9-86A0-43C6-AC92-2955BB4E7CDD}" dt="2026-02-09T00:41:21.292" v="2273" actId="478"/>
          <ac:picMkLst>
            <pc:docMk/>
            <pc:sldMk cId="446352604" sldId="267"/>
            <ac:picMk id="144" creationId="{E29EAF6B-5303-4307-B66E-379D3CCDCA97}"/>
          </ac:picMkLst>
        </pc:picChg>
        <pc:picChg chg="add del mod">
          <ac:chgData name="馬場　碧生" userId="242fe924-956f-4f80-97d5-7a3231fdf9ba" providerId="ADAL" clId="{E59E2DC9-86A0-43C6-AC92-2955BB4E7CDD}" dt="2026-02-06T02:43:38.003" v="1996" actId="478"/>
          <ac:picMkLst>
            <pc:docMk/>
            <pc:sldMk cId="446352604" sldId="267"/>
            <ac:picMk id="147" creationId="{98A78015-549A-48E5-B448-BFEEFE732C66}"/>
          </ac:picMkLst>
        </pc:picChg>
        <pc:picChg chg="add del mod">
          <ac:chgData name="馬場　碧生" userId="242fe924-956f-4f80-97d5-7a3231fdf9ba" providerId="ADAL" clId="{E59E2DC9-86A0-43C6-AC92-2955BB4E7CDD}" dt="2026-02-06T02:43:38.003" v="1996" actId="478"/>
          <ac:picMkLst>
            <pc:docMk/>
            <pc:sldMk cId="446352604" sldId="267"/>
            <ac:picMk id="149" creationId="{64096ACF-6CBD-43C7-8A6A-A3C191C221FE}"/>
          </ac:picMkLst>
        </pc:picChg>
        <pc:picChg chg="add mod">
          <ac:chgData name="馬場　碧生" userId="242fe924-956f-4f80-97d5-7a3231fdf9ba" providerId="ADAL" clId="{E59E2DC9-86A0-43C6-AC92-2955BB4E7CDD}" dt="2026-02-09T00:45:58.472" v="2350" actId="14100"/>
          <ac:picMkLst>
            <pc:docMk/>
            <pc:sldMk cId="446352604" sldId="267"/>
            <ac:picMk id="151" creationId="{3A8D9314-278E-48A1-ACAC-4895D0B84DC9}"/>
          </ac:picMkLst>
        </pc:picChg>
        <pc:picChg chg="add mod">
          <ac:chgData name="馬場　碧生" userId="242fe924-956f-4f80-97d5-7a3231fdf9ba" providerId="ADAL" clId="{E59E2DC9-86A0-43C6-AC92-2955BB4E7CDD}" dt="2026-02-06T03:30:17.134" v="2210" actId="1076"/>
          <ac:picMkLst>
            <pc:docMk/>
            <pc:sldMk cId="446352604" sldId="267"/>
            <ac:picMk id="153" creationId="{AD3ECFD8-184E-4A74-A7C2-F06C8864E531}"/>
          </ac:picMkLst>
        </pc:picChg>
        <pc:picChg chg="add mod">
          <ac:chgData name="馬場　碧生" userId="242fe924-956f-4f80-97d5-7a3231fdf9ba" providerId="ADAL" clId="{E59E2DC9-86A0-43C6-AC92-2955BB4E7CDD}" dt="2026-02-06T03:30:17.134" v="2210" actId="1076"/>
          <ac:picMkLst>
            <pc:docMk/>
            <pc:sldMk cId="446352604" sldId="267"/>
            <ac:picMk id="155" creationId="{7EFC092F-3F7B-4432-B3E9-9BBB0676C50D}"/>
          </ac:picMkLst>
        </pc:picChg>
        <pc:picChg chg="add del mod">
          <ac:chgData name="馬場　碧生" userId="242fe924-956f-4f80-97d5-7a3231fdf9ba" providerId="ADAL" clId="{E59E2DC9-86A0-43C6-AC92-2955BB4E7CDD}" dt="2026-02-06T03:14:37.773" v="2039" actId="478"/>
          <ac:picMkLst>
            <pc:docMk/>
            <pc:sldMk cId="446352604" sldId="267"/>
            <ac:picMk id="157" creationId="{DC374E94-5112-4F55-B49D-47AC914520DB}"/>
          </ac:picMkLst>
        </pc:picChg>
        <pc:picChg chg="add del mod ord">
          <ac:chgData name="馬場　碧生" userId="242fe924-956f-4f80-97d5-7a3231fdf9ba" providerId="ADAL" clId="{E59E2DC9-86A0-43C6-AC92-2955BB4E7CDD}" dt="2026-02-06T03:19:48.102" v="2111" actId="478"/>
          <ac:picMkLst>
            <pc:docMk/>
            <pc:sldMk cId="446352604" sldId="267"/>
            <ac:picMk id="159" creationId="{18CE06A6-F5C7-426A-BAA1-A2D6857F9D78}"/>
          </ac:picMkLst>
        </pc:picChg>
        <pc:picChg chg="add mod">
          <ac:chgData name="馬場　碧生" userId="242fe924-956f-4f80-97d5-7a3231fdf9ba" providerId="ADAL" clId="{E59E2DC9-86A0-43C6-AC92-2955BB4E7CDD}" dt="2026-02-06T03:32:09.211" v="2228" actId="1076"/>
          <ac:picMkLst>
            <pc:docMk/>
            <pc:sldMk cId="446352604" sldId="267"/>
            <ac:picMk id="162" creationId="{CE618827-DF16-4279-9FCA-54DAEEE7F949}"/>
          </ac:picMkLst>
        </pc:picChg>
        <pc:picChg chg="add del mod">
          <ac:chgData name="馬場　碧生" userId="242fe924-956f-4f80-97d5-7a3231fdf9ba" providerId="ADAL" clId="{E59E2DC9-86A0-43C6-AC92-2955BB4E7CDD}" dt="2026-02-06T03:23:35.162" v="2149" actId="478"/>
          <ac:picMkLst>
            <pc:docMk/>
            <pc:sldMk cId="446352604" sldId="267"/>
            <ac:picMk id="164" creationId="{D55DDFF2-74A9-47B4-8F49-0216049376FD}"/>
          </ac:picMkLst>
        </pc:picChg>
        <pc:picChg chg="add del mod">
          <ac:chgData name="馬場　碧生" userId="242fe924-956f-4f80-97d5-7a3231fdf9ba" providerId="ADAL" clId="{E59E2DC9-86A0-43C6-AC92-2955BB4E7CDD}" dt="2026-02-06T03:23:35.162" v="2149" actId="478"/>
          <ac:picMkLst>
            <pc:docMk/>
            <pc:sldMk cId="446352604" sldId="267"/>
            <ac:picMk id="165" creationId="{30FEFE46-D47D-41D9-96D8-4AE99EE068BF}"/>
          </ac:picMkLst>
        </pc:picChg>
        <pc:picChg chg="add mod">
          <ac:chgData name="馬場　碧生" userId="242fe924-956f-4f80-97d5-7a3231fdf9ba" providerId="ADAL" clId="{E59E2DC9-86A0-43C6-AC92-2955BB4E7CDD}" dt="2026-02-06T03:32:09.211" v="2228" actId="1076"/>
          <ac:picMkLst>
            <pc:docMk/>
            <pc:sldMk cId="446352604" sldId="267"/>
            <ac:picMk id="167" creationId="{A3D05193-BE0C-4709-A38B-4712509C8C22}"/>
          </ac:picMkLst>
        </pc:picChg>
        <pc:picChg chg="add mod">
          <ac:chgData name="馬場　碧生" userId="242fe924-956f-4f80-97d5-7a3231fdf9ba" providerId="ADAL" clId="{E59E2DC9-86A0-43C6-AC92-2955BB4E7CDD}" dt="2026-02-06T03:27:53.348" v="2179" actId="1076"/>
          <ac:picMkLst>
            <pc:docMk/>
            <pc:sldMk cId="446352604" sldId="267"/>
            <ac:picMk id="169" creationId="{39DAD0B3-B42E-4DD8-A4DD-BB546B18CDAE}"/>
          </ac:picMkLst>
        </pc:picChg>
        <pc:picChg chg="add del mod">
          <ac:chgData name="馬場　碧生" userId="242fe924-956f-4f80-97d5-7a3231fdf9ba" providerId="ADAL" clId="{E59E2DC9-86A0-43C6-AC92-2955BB4E7CDD}" dt="2026-02-06T03:25:31.707" v="2156" actId="478"/>
          <ac:picMkLst>
            <pc:docMk/>
            <pc:sldMk cId="446352604" sldId="267"/>
            <ac:picMk id="171" creationId="{04E569E3-0665-4B4A-AF48-7A0841A76FAA}"/>
          </ac:picMkLst>
        </pc:picChg>
        <pc:picChg chg="add del mod">
          <ac:chgData name="馬場　碧生" userId="242fe924-956f-4f80-97d5-7a3231fdf9ba" providerId="ADAL" clId="{E59E2DC9-86A0-43C6-AC92-2955BB4E7CDD}" dt="2026-02-06T03:25:31.707" v="2156" actId="478"/>
          <ac:picMkLst>
            <pc:docMk/>
            <pc:sldMk cId="446352604" sldId="267"/>
            <ac:picMk id="173" creationId="{85344067-CE95-4ABD-A3F9-87AF587E9E1A}"/>
          </ac:picMkLst>
        </pc:picChg>
        <pc:picChg chg="add mod">
          <ac:chgData name="馬場　碧生" userId="242fe924-956f-4f80-97d5-7a3231fdf9ba" providerId="ADAL" clId="{E59E2DC9-86A0-43C6-AC92-2955BB4E7CDD}" dt="2026-02-06T03:32:14.481" v="2229" actId="1076"/>
          <ac:picMkLst>
            <pc:docMk/>
            <pc:sldMk cId="446352604" sldId="267"/>
            <ac:picMk id="175" creationId="{11BDEB2F-1E0D-455C-A040-AD738D6A03C4}"/>
          </ac:picMkLst>
        </pc:picChg>
        <pc:picChg chg="add mod">
          <ac:chgData name="馬場　碧生" userId="242fe924-956f-4f80-97d5-7a3231fdf9ba" providerId="ADAL" clId="{E59E2DC9-86A0-43C6-AC92-2955BB4E7CDD}" dt="2026-02-06T03:32:09.211" v="2228" actId="1076"/>
          <ac:picMkLst>
            <pc:docMk/>
            <pc:sldMk cId="446352604" sldId="267"/>
            <ac:picMk id="177" creationId="{C74FEF1D-F5E2-4EF1-8BE5-FFCC398DE29F}"/>
          </ac:picMkLst>
        </pc:picChg>
        <pc:picChg chg="add del mod">
          <ac:chgData name="馬場　碧生" userId="242fe924-956f-4f80-97d5-7a3231fdf9ba" providerId="ADAL" clId="{E59E2DC9-86A0-43C6-AC92-2955BB4E7CDD}" dt="2026-02-06T03:28:34.631" v="2194" actId="478"/>
          <ac:picMkLst>
            <pc:docMk/>
            <pc:sldMk cId="446352604" sldId="267"/>
            <ac:picMk id="178" creationId="{C94DA889-3E67-4910-AAC2-03566651C83B}"/>
          </ac:picMkLst>
        </pc:picChg>
        <pc:cxnChg chg="add del mod ord">
          <ac:chgData name="馬場　碧生" userId="242fe924-956f-4f80-97d5-7a3231fdf9ba" providerId="ADAL" clId="{E59E2DC9-86A0-43C6-AC92-2955BB4E7CDD}" dt="2026-02-06T02:40:21.788" v="1915" actId="478"/>
          <ac:cxnSpMkLst>
            <pc:docMk/>
            <pc:sldMk cId="446352604" sldId="267"/>
            <ac:cxnSpMk id="8" creationId="{C22FC29C-8FF7-4703-B842-1D3620E9749A}"/>
          </ac:cxnSpMkLst>
        </pc:cxnChg>
        <pc:cxnChg chg="add del mod ord">
          <ac:chgData name="馬場　碧生" userId="242fe924-956f-4f80-97d5-7a3231fdf9ba" providerId="ADAL" clId="{E59E2DC9-86A0-43C6-AC92-2955BB4E7CDD}" dt="2026-02-06T02:40:19.907" v="1912" actId="478"/>
          <ac:cxnSpMkLst>
            <pc:docMk/>
            <pc:sldMk cId="446352604" sldId="267"/>
            <ac:cxnSpMk id="9" creationId="{9793D342-82C4-4EB7-8195-6229D5614E9F}"/>
          </ac:cxnSpMkLst>
        </pc:cxnChg>
        <pc:cxnChg chg="add del mod ord">
          <ac:chgData name="馬場　碧生" userId="242fe924-956f-4f80-97d5-7a3231fdf9ba" providerId="ADAL" clId="{E59E2DC9-86A0-43C6-AC92-2955BB4E7CDD}" dt="2026-02-06T01:24:12.303" v="1374" actId="478"/>
          <ac:cxnSpMkLst>
            <pc:docMk/>
            <pc:sldMk cId="446352604" sldId="267"/>
            <ac:cxnSpMk id="10" creationId="{1EAA7152-619D-4E75-8C57-DEE8DF8EE19B}"/>
          </ac:cxnSpMkLst>
        </pc:cxnChg>
        <pc:cxnChg chg="add del mod ord">
          <ac:chgData name="馬場　碧生" userId="242fe924-956f-4f80-97d5-7a3231fdf9ba" providerId="ADAL" clId="{E59E2DC9-86A0-43C6-AC92-2955BB4E7CDD}" dt="2026-02-06T02:40:20.520" v="1913" actId="478"/>
          <ac:cxnSpMkLst>
            <pc:docMk/>
            <pc:sldMk cId="446352604" sldId="267"/>
            <ac:cxnSpMk id="11" creationId="{401FAA08-560C-4D53-8377-01A113B7C172}"/>
          </ac:cxnSpMkLst>
        </pc:cxnChg>
        <pc:cxnChg chg="add del mod ord">
          <ac:chgData name="馬場　碧生" userId="242fe924-956f-4f80-97d5-7a3231fdf9ba" providerId="ADAL" clId="{E59E2DC9-86A0-43C6-AC92-2955BB4E7CDD}" dt="2026-02-06T02:40:22.256" v="1916" actId="478"/>
          <ac:cxnSpMkLst>
            <pc:docMk/>
            <pc:sldMk cId="446352604" sldId="267"/>
            <ac:cxnSpMk id="12" creationId="{B97D8C4C-F6D2-4C28-90B1-1C8A7A9D79F1}"/>
          </ac:cxnSpMkLst>
        </pc:cxnChg>
        <pc:cxnChg chg="add del mod ord">
          <ac:chgData name="馬場　碧生" userId="242fe924-956f-4f80-97d5-7a3231fdf9ba" providerId="ADAL" clId="{E59E2DC9-86A0-43C6-AC92-2955BB4E7CDD}" dt="2026-02-06T02:40:24.137" v="1919" actId="478"/>
          <ac:cxnSpMkLst>
            <pc:docMk/>
            <pc:sldMk cId="446352604" sldId="267"/>
            <ac:cxnSpMk id="13" creationId="{AE84633C-A9FB-4EA0-906A-088C1467C322}"/>
          </ac:cxnSpMkLst>
        </pc:cxnChg>
        <pc:cxnChg chg="add del mod ord">
          <ac:chgData name="馬場　碧生" userId="242fe924-956f-4f80-97d5-7a3231fdf9ba" providerId="ADAL" clId="{E59E2DC9-86A0-43C6-AC92-2955BB4E7CDD}" dt="2026-02-06T02:40:23.668" v="1918" actId="478"/>
          <ac:cxnSpMkLst>
            <pc:docMk/>
            <pc:sldMk cId="446352604" sldId="267"/>
            <ac:cxnSpMk id="14" creationId="{9E709110-A827-4EFA-8E18-BF18CB4CA192}"/>
          </ac:cxnSpMkLst>
        </pc:cxnChg>
        <pc:cxnChg chg="add del mod ord">
          <ac:chgData name="馬場　碧生" userId="242fe924-956f-4f80-97d5-7a3231fdf9ba" providerId="ADAL" clId="{E59E2DC9-86A0-43C6-AC92-2955BB4E7CDD}" dt="2026-02-06T02:40:24.609" v="1920" actId="478"/>
          <ac:cxnSpMkLst>
            <pc:docMk/>
            <pc:sldMk cId="446352604" sldId="267"/>
            <ac:cxnSpMk id="15" creationId="{B1168D58-3D40-4B9D-A8BF-3021CC12598D}"/>
          </ac:cxnSpMkLst>
        </pc:cxnChg>
        <pc:cxnChg chg="add del mod ord">
          <ac:chgData name="馬場　碧生" userId="242fe924-956f-4f80-97d5-7a3231fdf9ba" providerId="ADAL" clId="{E59E2DC9-86A0-43C6-AC92-2955BB4E7CDD}" dt="2026-02-06T02:40:23.045" v="1917" actId="478"/>
          <ac:cxnSpMkLst>
            <pc:docMk/>
            <pc:sldMk cId="446352604" sldId="267"/>
            <ac:cxnSpMk id="16" creationId="{9C7BB3D9-43A7-4920-B847-566C79B9B42A}"/>
          </ac:cxnSpMkLst>
        </pc:cxnChg>
        <pc:cxnChg chg="add del mod ord">
          <ac:chgData name="馬場　碧生" userId="242fe924-956f-4f80-97d5-7a3231fdf9ba" providerId="ADAL" clId="{E59E2DC9-86A0-43C6-AC92-2955BB4E7CDD}" dt="2026-02-06T02:40:25.074" v="1921" actId="478"/>
          <ac:cxnSpMkLst>
            <pc:docMk/>
            <pc:sldMk cId="446352604" sldId="267"/>
            <ac:cxnSpMk id="17" creationId="{BEC563BD-9A39-4D0C-8680-E12EE3228FAF}"/>
          </ac:cxnSpMkLst>
        </pc:cxnChg>
        <pc:cxnChg chg="add del mod ord">
          <ac:chgData name="馬場　碧生" userId="242fe924-956f-4f80-97d5-7a3231fdf9ba" providerId="ADAL" clId="{E59E2DC9-86A0-43C6-AC92-2955BB4E7CDD}" dt="2026-02-06T01:24:05.345" v="1372" actId="478"/>
          <ac:cxnSpMkLst>
            <pc:docMk/>
            <pc:sldMk cId="446352604" sldId="267"/>
            <ac:cxnSpMk id="18" creationId="{8D515025-6479-4DE3-8527-16F4461D9A47}"/>
          </ac:cxnSpMkLst>
        </pc:cxnChg>
        <pc:cxnChg chg="add del mod ord">
          <ac:chgData name="馬場　碧生" userId="242fe924-956f-4f80-97d5-7a3231fdf9ba" providerId="ADAL" clId="{E59E2DC9-86A0-43C6-AC92-2955BB4E7CDD}" dt="2026-02-06T02:40:20.966" v="1914" actId="478"/>
          <ac:cxnSpMkLst>
            <pc:docMk/>
            <pc:sldMk cId="446352604" sldId="267"/>
            <ac:cxnSpMk id="19" creationId="{9DF79AAE-97D0-4E3A-98BC-D62CFC1A3C88}"/>
          </ac:cxnSpMkLst>
        </pc:cxnChg>
        <pc:cxnChg chg="add del mod ord">
          <ac:chgData name="馬場　碧生" userId="242fe924-956f-4f80-97d5-7a3231fdf9ba" providerId="ADAL" clId="{E59E2DC9-86A0-43C6-AC92-2955BB4E7CDD}" dt="2026-02-06T02:40:25.703" v="1922" actId="478"/>
          <ac:cxnSpMkLst>
            <pc:docMk/>
            <pc:sldMk cId="446352604" sldId="267"/>
            <ac:cxnSpMk id="20" creationId="{CA45BA04-0F91-4EC5-A5CA-6E6B98D47432}"/>
          </ac:cxnSpMkLst>
        </pc:cxnChg>
        <pc:cxnChg chg="add del mod">
          <ac:chgData name="馬場　碧生" userId="242fe924-956f-4f80-97d5-7a3231fdf9ba" providerId="ADAL" clId="{E59E2DC9-86A0-43C6-AC92-2955BB4E7CDD}" dt="2026-02-06T02:39:18.471" v="1895" actId="478"/>
          <ac:cxnSpMkLst>
            <pc:docMk/>
            <pc:sldMk cId="446352604" sldId="267"/>
            <ac:cxnSpMk id="26" creationId="{6F8661CA-AA82-427B-A1EE-38B68FEDDC89}"/>
          </ac:cxnSpMkLst>
        </pc:cxnChg>
        <pc:cxnChg chg="add del mod">
          <ac:chgData name="馬場　碧生" userId="242fe924-956f-4f80-97d5-7a3231fdf9ba" providerId="ADAL" clId="{E59E2DC9-86A0-43C6-AC92-2955BB4E7CDD}" dt="2026-02-06T02:39:15.471" v="1891" actId="478"/>
          <ac:cxnSpMkLst>
            <pc:docMk/>
            <pc:sldMk cId="446352604" sldId="267"/>
            <ac:cxnSpMk id="27" creationId="{0B2D49AC-6C18-4B56-B291-D61864A6B967}"/>
          </ac:cxnSpMkLst>
        </pc:cxnChg>
        <pc:cxnChg chg="add del mod">
          <ac:chgData name="馬場　碧生" userId="242fe924-956f-4f80-97d5-7a3231fdf9ba" providerId="ADAL" clId="{E59E2DC9-86A0-43C6-AC92-2955BB4E7CDD}" dt="2026-02-06T02:39:17.695" v="1894" actId="478"/>
          <ac:cxnSpMkLst>
            <pc:docMk/>
            <pc:sldMk cId="446352604" sldId="267"/>
            <ac:cxnSpMk id="28" creationId="{4CFC0A47-A50B-44E8-99D3-0D2C14C41513}"/>
          </ac:cxnSpMkLst>
        </pc:cxnChg>
        <pc:cxnChg chg="add del mod">
          <ac:chgData name="馬場　碧生" userId="242fe924-956f-4f80-97d5-7a3231fdf9ba" providerId="ADAL" clId="{E59E2DC9-86A0-43C6-AC92-2955BB4E7CDD}" dt="2026-02-06T02:39:16.923" v="1893" actId="478"/>
          <ac:cxnSpMkLst>
            <pc:docMk/>
            <pc:sldMk cId="446352604" sldId="267"/>
            <ac:cxnSpMk id="29" creationId="{82C95322-FC8D-4452-A6A2-3D02993C2959}"/>
          </ac:cxnSpMkLst>
        </pc:cxnChg>
        <pc:cxnChg chg="add del mod">
          <ac:chgData name="馬場　碧生" userId="242fe924-956f-4f80-97d5-7a3231fdf9ba" providerId="ADAL" clId="{E59E2DC9-86A0-43C6-AC92-2955BB4E7CDD}" dt="2026-02-06T02:39:16.308" v="1892" actId="478"/>
          <ac:cxnSpMkLst>
            <pc:docMk/>
            <pc:sldMk cId="446352604" sldId="267"/>
            <ac:cxnSpMk id="30" creationId="{D5F37E55-A46D-49C6-94BE-F35FF9A0A6C1}"/>
          </ac:cxnSpMkLst>
        </pc:cxnChg>
        <pc:cxnChg chg="add del mod">
          <ac:chgData name="馬場　碧生" userId="242fe924-956f-4f80-97d5-7a3231fdf9ba" providerId="ADAL" clId="{E59E2DC9-86A0-43C6-AC92-2955BB4E7CDD}" dt="2026-02-06T01:41:13.190" v="1576" actId="478"/>
          <ac:cxnSpMkLst>
            <pc:docMk/>
            <pc:sldMk cId="446352604" sldId="267"/>
            <ac:cxnSpMk id="35" creationId="{B229A840-E575-4A96-A54D-E9C2C7CFDDB4}"/>
          </ac:cxnSpMkLst>
        </pc:cxnChg>
        <pc:cxnChg chg="add del mod">
          <ac:chgData name="馬場　碧生" userId="242fe924-956f-4f80-97d5-7a3231fdf9ba" providerId="ADAL" clId="{E59E2DC9-86A0-43C6-AC92-2955BB4E7CDD}" dt="2026-02-06T02:40:19.136" v="1911" actId="478"/>
          <ac:cxnSpMkLst>
            <pc:docMk/>
            <pc:sldMk cId="446352604" sldId="267"/>
            <ac:cxnSpMk id="52" creationId="{D6F1E087-E229-4028-B40E-3C115DD3B9C8}"/>
          </ac:cxnSpMkLst>
        </pc:cxnChg>
        <pc:cxnChg chg="add mod">
          <ac:chgData name="馬場　碧生" userId="242fe924-956f-4f80-97d5-7a3231fdf9ba" providerId="ADAL" clId="{E59E2DC9-86A0-43C6-AC92-2955BB4E7CDD}" dt="2026-02-06T03:31:39.072" v="2222" actId="1076"/>
          <ac:cxnSpMkLst>
            <pc:docMk/>
            <pc:sldMk cId="446352604" sldId="267"/>
            <ac:cxnSpMk id="80" creationId="{C6409541-6BD0-4B26-9AAF-1F7CF7CAA7B6}"/>
          </ac:cxnSpMkLst>
        </pc:cxnChg>
        <pc:cxnChg chg="add mod">
          <ac:chgData name="馬場　碧生" userId="242fe924-956f-4f80-97d5-7a3231fdf9ba" providerId="ADAL" clId="{E59E2DC9-86A0-43C6-AC92-2955BB4E7CDD}" dt="2026-02-06T03:31:39.072" v="2222" actId="1076"/>
          <ac:cxnSpMkLst>
            <pc:docMk/>
            <pc:sldMk cId="446352604" sldId="267"/>
            <ac:cxnSpMk id="84" creationId="{9DC0A0E8-D366-490A-A31E-E69F1D6C7497}"/>
          </ac:cxnSpMkLst>
        </pc:cxnChg>
        <pc:cxnChg chg="add mod">
          <ac:chgData name="馬場　碧生" userId="242fe924-956f-4f80-97d5-7a3231fdf9ba" providerId="ADAL" clId="{E59E2DC9-86A0-43C6-AC92-2955BB4E7CDD}" dt="2026-02-06T03:31:39.072" v="2222" actId="1076"/>
          <ac:cxnSpMkLst>
            <pc:docMk/>
            <pc:sldMk cId="446352604" sldId="267"/>
            <ac:cxnSpMk id="85" creationId="{45E9023E-CD0B-41FA-BE6E-6D4E1F94CEED}"/>
          </ac:cxnSpMkLst>
        </pc:cxnChg>
      </pc:sldChg>
      <pc:sldChg chg="new del">
        <pc:chgData name="馬場　碧生" userId="242fe924-956f-4f80-97d5-7a3231fdf9ba" providerId="ADAL" clId="{E59E2DC9-86A0-43C6-AC92-2955BB4E7CDD}" dt="2026-02-06T01:04:09.084" v="992" actId="680"/>
        <pc:sldMkLst>
          <pc:docMk/>
          <pc:sldMk cId="479237498" sldId="267"/>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E6BCB7A-1F26-4148-976C-3D461EE54552}"/>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8269F43-FCA6-4D56-85A6-1509D52732C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991F03B4-2FBF-4923-9E6B-1BE7A1BC7A7A}"/>
              </a:ext>
            </a:extLst>
          </p:cNvPr>
          <p:cNvSpPr>
            <a:spLocks noGrp="1"/>
          </p:cNvSpPr>
          <p:nvPr>
            <p:ph type="dt" sz="half" idx="10"/>
          </p:nvPr>
        </p:nvSpPr>
        <p:spPr/>
        <p:txBody>
          <a:bodyPr/>
          <a:lstStyle/>
          <a:p>
            <a:fld id="{35EA5904-4EC5-43B2-B45D-3BD161D6142A}" type="datetimeFigureOut">
              <a:rPr kumimoji="1" lang="ja-JP" altLang="en-US" smtClean="0"/>
              <a:t>2026/2/9</a:t>
            </a:fld>
            <a:endParaRPr kumimoji="1" lang="ja-JP" altLang="en-US"/>
          </a:p>
        </p:txBody>
      </p:sp>
      <p:sp>
        <p:nvSpPr>
          <p:cNvPr id="5" name="フッター プレースホルダー 4">
            <a:extLst>
              <a:ext uri="{FF2B5EF4-FFF2-40B4-BE49-F238E27FC236}">
                <a16:creationId xmlns:a16="http://schemas.microsoft.com/office/drawing/2014/main" id="{694F7640-46DB-4426-9FA1-05BFDE3E134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2EE0D65-3D0E-411A-A9CA-A6A1ECCF1139}"/>
              </a:ext>
            </a:extLst>
          </p:cNvPr>
          <p:cNvSpPr>
            <a:spLocks noGrp="1"/>
          </p:cNvSpPr>
          <p:nvPr>
            <p:ph type="sldNum" sz="quarter" idx="12"/>
          </p:nvPr>
        </p:nvSpPr>
        <p:spPr/>
        <p:txBody>
          <a:bodyPr/>
          <a:lstStyle/>
          <a:p>
            <a:fld id="{3E9F575D-D5CD-4BCC-B425-13646DDFA450}" type="slidenum">
              <a:rPr kumimoji="1" lang="ja-JP" altLang="en-US" smtClean="0"/>
              <a:t>‹#›</a:t>
            </a:fld>
            <a:endParaRPr kumimoji="1" lang="ja-JP" altLang="en-US"/>
          </a:p>
        </p:txBody>
      </p:sp>
    </p:spTree>
    <p:extLst>
      <p:ext uri="{BB962C8B-B14F-4D97-AF65-F5344CB8AC3E}">
        <p14:creationId xmlns:p14="http://schemas.microsoft.com/office/powerpoint/2010/main" val="3441621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2C1D62-7968-480C-946E-5403D649ABC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A954B58-98AB-4F37-9BF0-01EBE95FC28A}"/>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8DC9383-9CA6-4DB3-B6AD-9291D9BEF332}"/>
              </a:ext>
            </a:extLst>
          </p:cNvPr>
          <p:cNvSpPr>
            <a:spLocks noGrp="1"/>
          </p:cNvSpPr>
          <p:nvPr>
            <p:ph type="dt" sz="half" idx="10"/>
          </p:nvPr>
        </p:nvSpPr>
        <p:spPr/>
        <p:txBody>
          <a:bodyPr/>
          <a:lstStyle/>
          <a:p>
            <a:fld id="{35EA5904-4EC5-43B2-B45D-3BD161D6142A}" type="datetimeFigureOut">
              <a:rPr kumimoji="1" lang="ja-JP" altLang="en-US" smtClean="0"/>
              <a:t>2026/2/9</a:t>
            </a:fld>
            <a:endParaRPr kumimoji="1" lang="ja-JP" altLang="en-US"/>
          </a:p>
        </p:txBody>
      </p:sp>
      <p:sp>
        <p:nvSpPr>
          <p:cNvPr id="5" name="フッター プレースホルダー 4">
            <a:extLst>
              <a:ext uri="{FF2B5EF4-FFF2-40B4-BE49-F238E27FC236}">
                <a16:creationId xmlns:a16="http://schemas.microsoft.com/office/drawing/2014/main" id="{69398A05-270E-4A65-BA45-76E6D0F32E1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C1FFBD9-4C9C-475C-8C09-D1CA7CDC2CAB}"/>
              </a:ext>
            </a:extLst>
          </p:cNvPr>
          <p:cNvSpPr>
            <a:spLocks noGrp="1"/>
          </p:cNvSpPr>
          <p:nvPr>
            <p:ph type="sldNum" sz="quarter" idx="12"/>
          </p:nvPr>
        </p:nvSpPr>
        <p:spPr/>
        <p:txBody>
          <a:bodyPr/>
          <a:lstStyle/>
          <a:p>
            <a:fld id="{3E9F575D-D5CD-4BCC-B425-13646DDFA450}" type="slidenum">
              <a:rPr kumimoji="1" lang="ja-JP" altLang="en-US" smtClean="0"/>
              <a:t>‹#›</a:t>
            </a:fld>
            <a:endParaRPr kumimoji="1" lang="ja-JP" altLang="en-US"/>
          </a:p>
        </p:txBody>
      </p:sp>
    </p:spTree>
    <p:extLst>
      <p:ext uri="{BB962C8B-B14F-4D97-AF65-F5344CB8AC3E}">
        <p14:creationId xmlns:p14="http://schemas.microsoft.com/office/powerpoint/2010/main" val="8569863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261E9E-56A7-400A-86C8-E1E4B4315692}"/>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AD25359-7F3C-4E47-845E-6268C25D7E8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97934A84-F23B-4EFB-921D-B6F1395CFBBE}"/>
              </a:ext>
            </a:extLst>
          </p:cNvPr>
          <p:cNvSpPr>
            <a:spLocks noGrp="1"/>
          </p:cNvSpPr>
          <p:nvPr>
            <p:ph type="dt" sz="half" idx="10"/>
          </p:nvPr>
        </p:nvSpPr>
        <p:spPr/>
        <p:txBody>
          <a:bodyPr/>
          <a:lstStyle/>
          <a:p>
            <a:fld id="{35EA5904-4EC5-43B2-B45D-3BD161D6142A}" type="datetimeFigureOut">
              <a:rPr kumimoji="1" lang="ja-JP" altLang="en-US" smtClean="0"/>
              <a:t>2026/2/9</a:t>
            </a:fld>
            <a:endParaRPr kumimoji="1" lang="ja-JP" altLang="en-US"/>
          </a:p>
        </p:txBody>
      </p:sp>
      <p:sp>
        <p:nvSpPr>
          <p:cNvPr id="5" name="フッター プレースホルダー 4">
            <a:extLst>
              <a:ext uri="{FF2B5EF4-FFF2-40B4-BE49-F238E27FC236}">
                <a16:creationId xmlns:a16="http://schemas.microsoft.com/office/drawing/2014/main" id="{39100C45-461F-4841-BAD4-3C58DC4FE32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D6C908F-F9C0-455F-9A96-B954461734CF}"/>
              </a:ext>
            </a:extLst>
          </p:cNvPr>
          <p:cNvSpPr>
            <a:spLocks noGrp="1"/>
          </p:cNvSpPr>
          <p:nvPr>
            <p:ph type="sldNum" sz="quarter" idx="12"/>
          </p:nvPr>
        </p:nvSpPr>
        <p:spPr/>
        <p:txBody>
          <a:bodyPr/>
          <a:lstStyle/>
          <a:p>
            <a:fld id="{3E9F575D-D5CD-4BCC-B425-13646DDFA450}" type="slidenum">
              <a:rPr kumimoji="1" lang="ja-JP" altLang="en-US" smtClean="0"/>
              <a:t>‹#›</a:t>
            </a:fld>
            <a:endParaRPr kumimoji="1" lang="ja-JP" altLang="en-US"/>
          </a:p>
        </p:txBody>
      </p:sp>
    </p:spTree>
    <p:extLst>
      <p:ext uri="{BB962C8B-B14F-4D97-AF65-F5344CB8AC3E}">
        <p14:creationId xmlns:p14="http://schemas.microsoft.com/office/powerpoint/2010/main" val="16113878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E705014-7D0F-4EC3-8AA4-803ED754ABA6}"/>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27E0427-1BD1-4C27-9BB4-77EF25CCFEB6}"/>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CBF361F3-0555-48D4-85BB-509794A02B75}"/>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88589042-BC83-4D19-B68F-4CFEFA00C2EB}"/>
              </a:ext>
            </a:extLst>
          </p:cNvPr>
          <p:cNvSpPr>
            <a:spLocks noGrp="1"/>
          </p:cNvSpPr>
          <p:nvPr>
            <p:ph type="dt" sz="half" idx="10"/>
          </p:nvPr>
        </p:nvSpPr>
        <p:spPr/>
        <p:txBody>
          <a:bodyPr/>
          <a:lstStyle/>
          <a:p>
            <a:fld id="{35EA5904-4EC5-43B2-B45D-3BD161D6142A}" type="datetimeFigureOut">
              <a:rPr kumimoji="1" lang="ja-JP" altLang="en-US" smtClean="0"/>
              <a:t>2026/2/9</a:t>
            </a:fld>
            <a:endParaRPr kumimoji="1" lang="ja-JP" altLang="en-US"/>
          </a:p>
        </p:txBody>
      </p:sp>
      <p:sp>
        <p:nvSpPr>
          <p:cNvPr id="6" name="フッター プレースホルダー 5">
            <a:extLst>
              <a:ext uri="{FF2B5EF4-FFF2-40B4-BE49-F238E27FC236}">
                <a16:creationId xmlns:a16="http://schemas.microsoft.com/office/drawing/2014/main" id="{C62826B8-E586-4AD6-90B6-FC97DF23F47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AEC288C-A077-4185-9DE0-401013CC57BB}"/>
              </a:ext>
            </a:extLst>
          </p:cNvPr>
          <p:cNvSpPr>
            <a:spLocks noGrp="1"/>
          </p:cNvSpPr>
          <p:nvPr>
            <p:ph type="sldNum" sz="quarter" idx="12"/>
          </p:nvPr>
        </p:nvSpPr>
        <p:spPr/>
        <p:txBody>
          <a:bodyPr/>
          <a:lstStyle/>
          <a:p>
            <a:fld id="{3E9F575D-D5CD-4BCC-B425-13646DDFA450}" type="slidenum">
              <a:rPr kumimoji="1" lang="ja-JP" altLang="en-US" smtClean="0"/>
              <a:t>‹#›</a:t>
            </a:fld>
            <a:endParaRPr kumimoji="1" lang="ja-JP" altLang="en-US"/>
          </a:p>
        </p:txBody>
      </p:sp>
    </p:spTree>
    <p:extLst>
      <p:ext uri="{BB962C8B-B14F-4D97-AF65-F5344CB8AC3E}">
        <p14:creationId xmlns:p14="http://schemas.microsoft.com/office/powerpoint/2010/main" val="1575073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8E92F8C-86A5-44CC-869F-D33B0FDD5DDF}"/>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3007C7C-AA8C-415C-904A-B39CD8B1E0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33801F67-6385-4EE1-BA4E-548B187278CB}"/>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CF486229-0DDE-421C-AEDF-1351FC4A64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906A16B-A8F0-4850-95C9-CF959ACAD4E8}"/>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3170710C-ABC7-440B-9292-1C9BEF88CD7A}"/>
              </a:ext>
            </a:extLst>
          </p:cNvPr>
          <p:cNvSpPr>
            <a:spLocks noGrp="1"/>
          </p:cNvSpPr>
          <p:nvPr>
            <p:ph type="dt" sz="half" idx="10"/>
          </p:nvPr>
        </p:nvSpPr>
        <p:spPr/>
        <p:txBody>
          <a:bodyPr/>
          <a:lstStyle/>
          <a:p>
            <a:fld id="{35EA5904-4EC5-43B2-B45D-3BD161D6142A}" type="datetimeFigureOut">
              <a:rPr kumimoji="1" lang="ja-JP" altLang="en-US" smtClean="0"/>
              <a:t>2026/2/9</a:t>
            </a:fld>
            <a:endParaRPr kumimoji="1" lang="ja-JP" altLang="en-US"/>
          </a:p>
        </p:txBody>
      </p:sp>
      <p:sp>
        <p:nvSpPr>
          <p:cNvPr id="8" name="フッター プレースホルダー 7">
            <a:extLst>
              <a:ext uri="{FF2B5EF4-FFF2-40B4-BE49-F238E27FC236}">
                <a16:creationId xmlns:a16="http://schemas.microsoft.com/office/drawing/2014/main" id="{322FFEF3-3582-4B11-961A-C70ECCE2FCD1}"/>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EBDCDDCB-78C9-46F1-BCEB-20EEF954769D}"/>
              </a:ext>
            </a:extLst>
          </p:cNvPr>
          <p:cNvSpPr>
            <a:spLocks noGrp="1"/>
          </p:cNvSpPr>
          <p:nvPr>
            <p:ph type="sldNum" sz="quarter" idx="12"/>
          </p:nvPr>
        </p:nvSpPr>
        <p:spPr/>
        <p:txBody>
          <a:bodyPr/>
          <a:lstStyle/>
          <a:p>
            <a:fld id="{3E9F575D-D5CD-4BCC-B425-13646DDFA450}" type="slidenum">
              <a:rPr kumimoji="1" lang="ja-JP" altLang="en-US" smtClean="0"/>
              <a:t>‹#›</a:t>
            </a:fld>
            <a:endParaRPr kumimoji="1" lang="ja-JP" altLang="en-US"/>
          </a:p>
        </p:txBody>
      </p:sp>
    </p:spTree>
    <p:extLst>
      <p:ext uri="{BB962C8B-B14F-4D97-AF65-F5344CB8AC3E}">
        <p14:creationId xmlns:p14="http://schemas.microsoft.com/office/powerpoint/2010/main" val="39355382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3D8AF00-78EA-4428-BD1A-6EAE6DB32746}"/>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61C2FA07-893A-4BAE-93D6-BA8B8466CF5B}"/>
              </a:ext>
            </a:extLst>
          </p:cNvPr>
          <p:cNvSpPr>
            <a:spLocks noGrp="1"/>
          </p:cNvSpPr>
          <p:nvPr>
            <p:ph type="dt" sz="half" idx="10"/>
          </p:nvPr>
        </p:nvSpPr>
        <p:spPr/>
        <p:txBody>
          <a:bodyPr/>
          <a:lstStyle/>
          <a:p>
            <a:fld id="{35EA5904-4EC5-43B2-B45D-3BD161D6142A}" type="datetimeFigureOut">
              <a:rPr kumimoji="1" lang="ja-JP" altLang="en-US" smtClean="0"/>
              <a:t>2026/2/9</a:t>
            </a:fld>
            <a:endParaRPr kumimoji="1" lang="ja-JP" altLang="en-US"/>
          </a:p>
        </p:txBody>
      </p:sp>
      <p:sp>
        <p:nvSpPr>
          <p:cNvPr id="4" name="フッター プレースホルダー 3">
            <a:extLst>
              <a:ext uri="{FF2B5EF4-FFF2-40B4-BE49-F238E27FC236}">
                <a16:creationId xmlns:a16="http://schemas.microsoft.com/office/drawing/2014/main" id="{2055D05F-D132-4984-BB88-75EE96611A54}"/>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50ABE12-970C-4D27-A96E-3229CBA8E27A}"/>
              </a:ext>
            </a:extLst>
          </p:cNvPr>
          <p:cNvSpPr>
            <a:spLocks noGrp="1"/>
          </p:cNvSpPr>
          <p:nvPr>
            <p:ph type="sldNum" sz="quarter" idx="12"/>
          </p:nvPr>
        </p:nvSpPr>
        <p:spPr/>
        <p:txBody>
          <a:bodyPr/>
          <a:lstStyle/>
          <a:p>
            <a:fld id="{3E9F575D-D5CD-4BCC-B425-13646DDFA450}" type="slidenum">
              <a:rPr kumimoji="1" lang="ja-JP" altLang="en-US" smtClean="0"/>
              <a:t>‹#›</a:t>
            </a:fld>
            <a:endParaRPr kumimoji="1" lang="ja-JP" altLang="en-US"/>
          </a:p>
        </p:txBody>
      </p:sp>
    </p:spTree>
    <p:extLst>
      <p:ext uri="{BB962C8B-B14F-4D97-AF65-F5344CB8AC3E}">
        <p14:creationId xmlns:p14="http://schemas.microsoft.com/office/powerpoint/2010/main" val="36562546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68ECC8F8-9A0C-405F-9B8D-AE6872A1A5A0}"/>
              </a:ext>
            </a:extLst>
          </p:cNvPr>
          <p:cNvSpPr>
            <a:spLocks noGrp="1"/>
          </p:cNvSpPr>
          <p:nvPr>
            <p:ph type="dt" sz="half" idx="10"/>
          </p:nvPr>
        </p:nvSpPr>
        <p:spPr/>
        <p:txBody>
          <a:bodyPr/>
          <a:lstStyle/>
          <a:p>
            <a:fld id="{35EA5904-4EC5-43B2-B45D-3BD161D6142A}" type="datetimeFigureOut">
              <a:rPr kumimoji="1" lang="ja-JP" altLang="en-US" smtClean="0"/>
              <a:t>2026/2/9</a:t>
            </a:fld>
            <a:endParaRPr kumimoji="1" lang="ja-JP" altLang="en-US"/>
          </a:p>
        </p:txBody>
      </p:sp>
      <p:sp>
        <p:nvSpPr>
          <p:cNvPr id="3" name="フッター プレースホルダー 2">
            <a:extLst>
              <a:ext uri="{FF2B5EF4-FFF2-40B4-BE49-F238E27FC236}">
                <a16:creationId xmlns:a16="http://schemas.microsoft.com/office/drawing/2014/main" id="{EA1CC9E8-C9BB-4D7E-AED5-3C11F085676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55289B6-D648-4BB0-8503-E5F63CB68D40}"/>
              </a:ext>
            </a:extLst>
          </p:cNvPr>
          <p:cNvSpPr>
            <a:spLocks noGrp="1"/>
          </p:cNvSpPr>
          <p:nvPr>
            <p:ph type="sldNum" sz="quarter" idx="12"/>
          </p:nvPr>
        </p:nvSpPr>
        <p:spPr/>
        <p:txBody>
          <a:bodyPr/>
          <a:lstStyle/>
          <a:p>
            <a:fld id="{3E9F575D-D5CD-4BCC-B425-13646DDFA450}" type="slidenum">
              <a:rPr kumimoji="1" lang="ja-JP" altLang="en-US" smtClean="0"/>
              <a:t>‹#›</a:t>
            </a:fld>
            <a:endParaRPr kumimoji="1" lang="ja-JP" altLang="en-US"/>
          </a:p>
        </p:txBody>
      </p:sp>
    </p:spTree>
    <p:extLst>
      <p:ext uri="{BB962C8B-B14F-4D97-AF65-F5344CB8AC3E}">
        <p14:creationId xmlns:p14="http://schemas.microsoft.com/office/powerpoint/2010/main" val="41805165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DE192EF-C2B0-447E-BA49-303D0D807F2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2844FE1-0544-4635-A9EB-B4CAE33B67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D17B945A-3E8B-42C8-89E6-ED5385AF46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F161A0ED-D868-4C79-B065-1D0FD05FD5B2}"/>
              </a:ext>
            </a:extLst>
          </p:cNvPr>
          <p:cNvSpPr>
            <a:spLocks noGrp="1"/>
          </p:cNvSpPr>
          <p:nvPr>
            <p:ph type="dt" sz="half" idx="10"/>
          </p:nvPr>
        </p:nvSpPr>
        <p:spPr/>
        <p:txBody>
          <a:bodyPr/>
          <a:lstStyle/>
          <a:p>
            <a:fld id="{35EA5904-4EC5-43B2-B45D-3BD161D6142A}" type="datetimeFigureOut">
              <a:rPr kumimoji="1" lang="ja-JP" altLang="en-US" smtClean="0"/>
              <a:t>2026/2/9</a:t>
            </a:fld>
            <a:endParaRPr kumimoji="1" lang="ja-JP" altLang="en-US"/>
          </a:p>
        </p:txBody>
      </p:sp>
      <p:sp>
        <p:nvSpPr>
          <p:cNvPr id="6" name="フッター プレースホルダー 5">
            <a:extLst>
              <a:ext uri="{FF2B5EF4-FFF2-40B4-BE49-F238E27FC236}">
                <a16:creationId xmlns:a16="http://schemas.microsoft.com/office/drawing/2014/main" id="{5F345F5D-DD98-4E67-9900-83689B32DE9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F4372FB-7B5D-4A9B-B066-EBBA4A1A6874}"/>
              </a:ext>
            </a:extLst>
          </p:cNvPr>
          <p:cNvSpPr>
            <a:spLocks noGrp="1"/>
          </p:cNvSpPr>
          <p:nvPr>
            <p:ph type="sldNum" sz="quarter" idx="12"/>
          </p:nvPr>
        </p:nvSpPr>
        <p:spPr/>
        <p:txBody>
          <a:bodyPr/>
          <a:lstStyle/>
          <a:p>
            <a:fld id="{3E9F575D-D5CD-4BCC-B425-13646DDFA450}" type="slidenum">
              <a:rPr kumimoji="1" lang="ja-JP" altLang="en-US" smtClean="0"/>
              <a:t>‹#›</a:t>
            </a:fld>
            <a:endParaRPr kumimoji="1" lang="ja-JP" altLang="en-US"/>
          </a:p>
        </p:txBody>
      </p:sp>
    </p:spTree>
    <p:extLst>
      <p:ext uri="{BB962C8B-B14F-4D97-AF65-F5344CB8AC3E}">
        <p14:creationId xmlns:p14="http://schemas.microsoft.com/office/powerpoint/2010/main" val="1924978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9DF89DD-447E-4324-9E89-FCD0D2F46F3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EEC72E05-38AF-4E71-A356-FEF8DE6F85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3CE40B37-E82A-442C-875C-6AFED7A3DA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14B3CEC-1BED-49D4-8489-994B447D69CE}"/>
              </a:ext>
            </a:extLst>
          </p:cNvPr>
          <p:cNvSpPr>
            <a:spLocks noGrp="1"/>
          </p:cNvSpPr>
          <p:nvPr>
            <p:ph type="dt" sz="half" idx="10"/>
          </p:nvPr>
        </p:nvSpPr>
        <p:spPr/>
        <p:txBody>
          <a:bodyPr/>
          <a:lstStyle/>
          <a:p>
            <a:fld id="{35EA5904-4EC5-43B2-B45D-3BD161D6142A}" type="datetimeFigureOut">
              <a:rPr kumimoji="1" lang="ja-JP" altLang="en-US" smtClean="0"/>
              <a:t>2026/2/9</a:t>
            </a:fld>
            <a:endParaRPr kumimoji="1" lang="ja-JP" altLang="en-US"/>
          </a:p>
        </p:txBody>
      </p:sp>
      <p:sp>
        <p:nvSpPr>
          <p:cNvPr id="6" name="フッター プレースホルダー 5">
            <a:extLst>
              <a:ext uri="{FF2B5EF4-FFF2-40B4-BE49-F238E27FC236}">
                <a16:creationId xmlns:a16="http://schemas.microsoft.com/office/drawing/2014/main" id="{033F723D-9C61-4E68-8152-746264D06B4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F1FA788-B3AC-4905-87B2-BA637D0E9C80}"/>
              </a:ext>
            </a:extLst>
          </p:cNvPr>
          <p:cNvSpPr>
            <a:spLocks noGrp="1"/>
          </p:cNvSpPr>
          <p:nvPr>
            <p:ph type="sldNum" sz="quarter" idx="12"/>
          </p:nvPr>
        </p:nvSpPr>
        <p:spPr/>
        <p:txBody>
          <a:bodyPr/>
          <a:lstStyle/>
          <a:p>
            <a:fld id="{3E9F575D-D5CD-4BCC-B425-13646DDFA450}" type="slidenum">
              <a:rPr kumimoji="1" lang="ja-JP" altLang="en-US" smtClean="0"/>
              <a:t>‹#›</a:t>
            </a:fld>
            <a:endParaRPr kumimoji="1" lang="ja-JP" altLang="en-US"/>
          </a:p>
        </p:txBody>
      </p:sp>
    </p:spTree>
    <p:extLst>
      <p:ext uri="{BB962C8B-B14F-4D97-AF65-F5344CB8AC3E}">
        <p14:creationId xmlns:p14="http://schemas.microsoft.com/office/powerpoint/2010/main" val="3053107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DB15E1-0923-420F-9788-046A1DE5FEDE}"/>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4E60554-73D9-4EB1-8D5B-5240B9C6D3E1}"/>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C959E56-EA97-4805-A9F6-2665C90F4F0B}"/>
              </a:ext>
            </a:extLst>
          </p:cNvPr>
          <p:cNvSpPr>
            <a:spLocks noGrp="1"/>
          </p:cNvSpPr>
          <p:nvPr>
            <p:ph type="dt" sz="half" idx="10"/>
          </p:nvPr>
        </p:nvSpPr>
        <p:spPr/>
        <p:txBody>
          <a:bodyPr/>
          <a:lstStyle/>
          <a:p>
            <a:fld id="{35EA5904-4EC5-43B2-B45D-3BD161D6142A}" type="datetimeFigureOut">
              <a:rPr kumimoji="1" lang="ja-JP" altLang="en-US" smtClean="0"/>
              <a:t>2026/2/9</a:t>
            </a:fld>
            <a:endParaRPr kumimoji="1" lang="ja-JP" altLang="en-US"/>
          </a:p>
        </p:txBody>
      </p:sp>
      <p:sp>
        <p:nvSpPr>
          <p:cNvPr id="5" name="フッター プレースホルダー 4">
            <a:extLst>
              <a:ext uri="{FF2B5EF4-FFF2-40B4-BE49-F238E27FC236}">
                <a16:creationId xmlns:a16="http://schemas.microsoft.com/office/drawing/2014/main" id="{73DCCBC8-B1F1-4D18-9892-71283E3A4CF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E15B1FA-9D7E-4CB8-B1EB-7A20505BF29B}"/>
              </a:ext>
            </a:extLst>
          </p:cNvPr>
          <p:cNvSpPr>
            <a:spLocks noGrp="1"/>
          </p:cNvSpPr>
          <p:nvPr>
            <p:ph type="sldNum" sz="quarter" idx="12"/>
          </p:nvPr>
        </p:nvSpPr>
        <p:spPr/>
        <p:txBody>
          <a:bodyPr/>
          <a:lstStyle/>
          <a:p>
            <a:fld id="{3E9F575D-D5CD-4BCC-B425-13646DDFA450}" type="slidenum">
              <a:rPr kumimoji="1" lang="ja-JP" altLang="en-US" smtClean="0"/>
              <a:t>‹#›</a:t>
            </a:fld>
            <a:endParaRPr kumimoji="1" lang="ja-JP" altLang="en-US"/>
          </a:p>
        </p:txBody>
      </p:sp>
    </p:spTree>
    <p:extLst>
      <p:ext uri="{BB962C8B-B14F-4D97-AF65-F5344CB8AC3E}">
        <p14:creationId xmlns:p14="http://schemas.microsoft.com/office/powerpoint/2010/main" val="20784491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5DEE368A-E0C8-42F2-947F-0A8C497345E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DE7F53A-72F1-4C67-92FC-6EC1B29F46B7}"/>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1C6EB12-3E0F-47AD-B6C7-3F0BC5AF52B3}"/>
              </a:ext>
            </a:extLst>
          </p:cNvPr>
          <p:cNvSpPr>
            <a:spLocks noGrp="1"/>
          </p:cNvSpPr>
          <p:nvPr>
            <p:ph type="dt" sz="half" idx="10"/>
          </p:nvPr>
        </p:nvSpPr>
        <p:spPr/>
        <p:txBody>
          <a:bodyPr/>
          <a:lstStyle/>
          <a:p>
            <a:fld id="{35EA5904-4EC5-43B2-B45D-3BD161D6142A}" type="datetimeFigureOut">
              <a:rPr kumimoji="1" lang="ja-JP" altLang="en-US" smtClean="0"/>
              <a:t>2026/2/9</a:t>
            </a:fld>
            <a:endParaRPr kumimoji="1" lang="ja-JP" altLang="en-US"/>
          </a:p>
        </p:txBody>
      </p:sp>
      <p:sp>
        <p:nvSpPr>
          <p:cNvPr id="5" name="フッター プレースホルダー 4">
            <a:extLst>
              <a:ext uri="{FF2B5EF4-FFF2-40B4-BE49-F238E27FC236}">
                <a16:creationId xmlns:a16="http://schemas.microsoft.com/office/drawing/2014/main" id="{E404891F-6BB7-4EBA-B31D-47B775F57A0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15CE464-482E-4664-9844-F6E649744524}"/>
              </a:ext>
            </a:extLst>
          </p:cNvPr>
          <p:cNvSpPr>
            <a:spLocks noGrp="1"/>
          </p:cNvSpPr>
          <p:nvPr>
            <p:ph type="sldNum" sz="quarter" idx="12"/>
          </p:nvPr>
        </p:nvSpPr>
        <p:spPr/>
        <p:txBody>
          <a:bodyPr/>
          <a:lstStyle/>
          <a:p>
            <a:fld id="{3E9F575D-D5CD-4BCC-B425-13646DDFA450}" type="slidenum">
              <a:rPr kumimoji="1" lang="ja-JP" altLang="en-US" smtClean="0"/>
              <a:t>‹#›</a:t>
            </a:fld>
            <a:endParaRPr kumimoji="1" lang="ja-JP" altLang="en-US"/>
          </a:p>
        </p:txBody>
      </p:sp>
    </p:spTree>
    <p:extLst>
      <p:ext uri="{BB962C8B-B14F-4D97-AF65-F5344CB8AC3E}">
        <p14:creationId xmlns:p14="http://schemas.microsoft.com/office/powerpoint/2010/main" val="37939361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7D59752D-F275-40E4-B487-229EFCC69B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6A32AE1-DAE0-4DD6-9B63-49340E2083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B8A8123-22EF-4F7A-9A47-96666B7F90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EA5904-4EC5-43B2-B45D-3BD161D6142A}" type="datetimeFigureOut">
              <a:rPr kumimoji="1" lang="ja-JP" altLang="en-US" smtClean="0"/>
              <a:t>2026/2/9</a:t>
            </a:fld>
            <a:endParaRPr kumimoji="1" lang="ja-JP" altLang="en-US"/>
          </a:p>
        </p:txBody>
      </p:sp>
      <p:sp>
        <p:nvSpPr>
          <p:cNvPr id="5" name="フッター プレースホルダー 4">
            <a:extLst>
              <a:ext uri="{FF2B5EF4-FFF2-40B4-BE49-F238E27FC236}">
                <a16:creationId xmlns:a16="http://schemas.microsoft.com/office/drawing/2014/main" id="{185FCC82-9FA3-45EB-BF96-E72558C0B6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1E3BB827-B540-40CA-A31F-37EB68B2CC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9F575D-D5CD-4BCC-B425-13646DDFA450}" type="slidenum">
              <a:rPr kumimoji="1" lang="ja-JP" altLang="en-US" smtClean="0"/>
              <a:t>‹#›</a:t>
            </a:fld>
            <a:endParaRPr kumimoji="1" lang="ja-JP" altLang="en-US"/>
          </a:p>
        </p:txBody>
      </p:sp>
    </p:spTree>
    <p:extLst>
      <p:ext uri="{BB962C8B-B14F-4D97-AF65-F5344CB8AC3E}">
        <p14:creationId xmlns:p14="http://schemas.microsoft.com/office/powerpoint/2010/main" val="36022231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18" Type="http://schemas.openxmlformats.org/officeDocument/2006/relationships/image" Target="../media/image17.png"/><Relationship Id="rId3" Type="http://schemas.openxmlformats.org/officeDocument/2006/relationships/image" Target="../media/image2.svg"/><Relationship Id="rId21" Type="http://schemas.openxmlformats.org/officeDocument/2006/relationships/image" Target="../media/image20.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5" Type="http://schemas.openxmlformats.org/officeDocument/2006/relationships/image" Target="../media/image24.sv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svg"/><Relationship Id="rId24" Type="http://schemas.openxmlformats.org/officeDocument/2006/relationships/image" Target="../media/image23.png"/><Relationship Id="rId5" Type="http://schemas.openxmlformats.org/officeDocument/2006/relationships/image" Target="../media/image4.svg"/><Relationship Id="rId15" Type="http://schemas.openxmlformats.org/officeDocument/2006/relationships/image" Target="../media/image14.svg"/><Relationship Id="rId23" Type="http://schemas.openxmlformats.org/officeDocument/2006/relationships/image" Target="../media/image22.svg"/><Relationship Id="rId10" Type="http://schemas.openxmlformats.org/officeDocument/2006/relationships/image" Target="../media/image9.png"/><Relationship Id="rId19" Type="http://schemas.openxmlformats.org/officeDocument/2006/relationships/image" Target="../media/image18.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 Id="rId22"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DAF592E0-9AD4-4B5B-B15B-F0675D4D50D5}"/>
              </a:ext>
            </a:extLst>
          </p:cNvPr>
          <p:cNvSpPr txBox="1"/>
          <p:nvPr/>
        </p:nvSpPr>
        <p:spPr>
          <a:xfrm>
            <a:off x="165100" y="177800"/>
            <a:ext cx="10553700" cy="5262979"/>
          </a:xfrm>
          <a:prstGeom prst="rect">
            <a:avLst/>
          </a:prstGeom>
          <a:noFill/>
        </p:spPr>
        <p:txBody>
          <a:bodyPr wrap="square" rtlCol="0">
            <a:spAutoFit/>
          </a:bodyPr>
          <a:lstStyle/>
          <a:p>
            <a:r>
              <a:rPr kumimoji="1" lang="ja-JP" altLang="en-US" sz="2400" b="1" dirty="0"/>
              <a:t>ゲームルール</a:t>
            </a:r>
            <a:endParaRPr kumimoji="1" lang="en-US" altLang="ja-JP" sz="2400" b="1" dirty="0"/>
          </a:p>
          <a:p>
            <a:r>
              <a:rPr lang="ja-JP" altLang="en-US" sz="2400" b="1" dirty="0"/>
              <a:t>・</a:t>
            </a:r>
            <a:r>
              <a:rPr lang="en-US" altLang="ja-JP" sz="2400" b="1" dirty="0"/>
              <a:t>HP</a:t>
            </a:r>
            <a:r>
              <a:rPr lang="ja-JP" altLang="en-US" sz="2400" b="1" dirty="0"/>
              <a:t>制</a:t>
            </a:r>
            <a:r>
              <a:rPr lang="en-US" altLang="ja-JP" sz="2400" b="1" dirty="0"/>
              <a:t>(</a:t>
            </a:r>
            <a:r>
              <a:rPr lang="ja-JP" altLang="en-US" sz="2400" b="1" dirty="0"/>
              <a:t>３～５</a:t>
            </a:r>
            <a:r>
              <a:rPr lang="en-US" altLang="ja-JP" sz="2400" b="1" dirty="0"/>
              <a:t>)</a:t>
            </a:r>
          </a:p>
          <a:p>
            <a:r>
              <a:rPr lang="ja-JP" altLang="en-US" sz="2400" b="1" dirty="0"/>
              <a:t>・</a:t>
            </a:r>
            <a:r>
              <a:rPr lang="en-US" altLang="ja-JP" sz="2400" b="1" dirty="0"/>
              <a:t>HP</a:t>
            </a:r>
            <a:r>
              <a:rPr lang="ja-JP" altLang="en-US" sz="2400" b="1" dirty="0"/>
              <a:t>が０になったら最初から、もしくはセーブポイントから</a:t>
            </a:r>
            <a:endParaRPr lang="en-US" altLang="ja-JP" sz="2400" b="1" dirty="0"/>
          </a:p>
          <a:p>
            <a:r>
              <a:rPr lang="ja-JP" altLang="en-US" sz="2400" b="1" dirty="0"/>
              <a:t>・ステージクリアごとにオートセーブ</a:t>
            </a:r>
            <a:endParaRPr lang="en-US" altLang="ja-JP" sz="2400" b="1" dirty="0"/>
          </a:p>
          <a:p>
            <a:r>
              <a:rPr lang="ja-JP" altLang="en-US" sz="2400" b="1" dirty="0"/>
              <a:t>・ステージ内にチェックポイント</a:t>
            </a:r>
            <a:endParaRPr lang="en-US" altLang="ja-JP" sz="2400" b="1" dirty="0"/>
          </a:p>
          <a:p>
            <a:r>
              <a:rPr lang="ja-JP" altLang="en-US" sz="2400" b="1" dirty="0"/>
              <a:t>・チェックポイントに到達したら</a:t>
            </a:r>
            <a:r>
              <a:rPr lang="en-US" altLang="ja-JP" sz="2400" b="1" dirty="0"/>
              <a:t>HP</a:t>
            </a:r>
            <a:r>
              <a:rPr lang="ja-JP" altLang="en-US" sz="2400" b="1" dirty="0"/>
              <a:t>全回復</a:t>
            </a:r>
            <a:endParaRPr lang="en-US" altLang="ja-JP" sz="2400" b="1" dirty="0"/>
          </a:p>
          <a:p>
            <a:r>
              <a:rPr lang="ja-JP" altLang="en-US" sz="2400" b="1" dirty="0"/>
              <a:t>・ゴールにたどり着いたら次のコースへ</a:t>
            </a:r>
            <a:endParaRPr lang="en-US" altLang="ja-JP" sz="2400" b="1" dirty="0"/>
          </a:p>
          <a:p>
            <a:r>
              <a:rPr lang="ja-JP" altLang="en-US" sz="2400" b="1" dirty="0"/>
              <a:t>・ゴール条件</a:t>
            </a:r>
            <a:r>
              <a:rPr lang="en-US" altLang="ja-JP" sz="2400" b="1" dirty="0"/>
              <a:t>(</a:t>
            </a:r>
            <a:r>
              <a:rPr lang="ja-JP" altLang="en-US" sz="2400" b="1" dirty="0"/>
              <a:t>特定の敵を倒す、カギを見つける、制限時間、、、</a:t>
            </a:r>
            <a:r>
              <a:rPr lang="en-US" altLang="ja-JP" sz="2400" b="1" dirty="0"/>
              <a:t>)</a:t>
            </a:r>
          </a:p>
          <a:p>
            <a:r>
              <a:rPr kumimoji="1" lang="ja-JP" altLang="en-US" sz="2400" b="1" dirty="0"/>
              <a:t>・組み合わせられる属性は３つまで</a:t>
            </a:r>
            <a:endParaRPr kumimoji="1" lang="en-US" altLang="ja-JP" sz="2400" b="1" dirty="0"/>
          </a:p>
          <a:p>
            <a:r>
              <a:rPr lang="ja-JP" altLang="en-US" sz="2400" b="1" dirty="0"/>
              <a:t>・それぞれの属性を使える回数制限あり</a:t>
            </a:r>
            <a:r>
              <a:rPr lang="en-US" altLang="ja-JP" sz="2400" b="1" dirty="0"/>
              <a:t>(</a:t>
            </a:r>
            <a:r>
              <a:rPr lang="ja-JP" altLang="en-US" sz="2400" b="1" dirty="0"/>
              <a:t>ステージによって変化</a:t>
            </a:r>
            <a:r>
              <a:rPr lang="en-US" altLang="ja-JP" sz="2400" b="1" dirty="0"/>
              <a:t>)</a:t>
            </a:r>
          </a:p>
          <a:p>
            <a:r>
              <a:rPr kumimoji="1" lang="ja-JP" altLang="en-US" sz="2400" b="1" dirty="0"/>
              <a:t>・属性使用可能回数に余裕があるが、一定以上ミスをすると詰み</a:t>
            </a:r>
            <a:endParaRPr kumimoji="1" lang="en-US" altLang="ja-JP" sz="2400" b="1" dirty="0"/>
          </a:p>
          <a:p>
            <a:r>
              <a:rPr lang="ja-JP" altLang="en-US" sz="2400" b="1" dirty="0"/>
              <a:t>・リセットボタンあり</a:t>
            </a:r>
            <a:endParaRPr lang="en-US" altLang="ja-JP" sz="2400" b="1" dirty="0"/>
          </a:p>
          <a:p>
            <a:r>
              <a:rPr lang="ja-JP" altLang="en-US" sz="2400" b="1" dirty="0"/>
              <a:t>・ステージをクリアするごとに使える属性が増える</a:t>
            </a:r>
            <a:endParaRPr lang="en-US" altLang="ja-JP" sz="2400" b="1" dirty="0"/>
          </a:p>
          <a:p>
            <a:r>
              <a:rPr lang="ja-JP" altLang="en-US" sz="2400" b="1" dirty="0"/>
              <a:t>・縛りステージもある</a:t>
            </a:r>
            <a:endParaRPr lang="en-US" altLang="ja-JP" sz="2400" b="1" dirty="0"/>
          </a:p>
        </p:txBody>
      </p:sp>
    </p:spTree>
    <p:extLst>
      <p:ext uri="{BB962C8B-B14F-4D97-AF65-F5344CB8AC3E}">
        <p14:creationId xmlns:p14="http://schemas.microsoft.com/office/powerpoint/2010/main" val="27215038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BA6D6F7A-225F-4306-B7D8-49BBB65525CD}"/>
              </a:ext>
            </a:extLst>
          </p:cNvPr>
          <p:cNvSpPr txBox="1"/>
          <p:nvPr/>
        </p:nvSpPr>
        <p:spPr>
          <a:xfrm>
            <a:off x="292100" y="266700"/>
            <a:ext cx="8813800" cy="3046988"/>
          </a:xfrm>
          <a:prstGeom prst="rect">
            <a:avLst/>
          </a:prstGeom>
          <a:noFill/>
        </p:spPr>
        <p:txBody>
          <a:bodyPr wrap="square" rtlCol="0">
            <a:spAutoFit/>
          </a:bodyPr>
          <a:lstStyle/>
          <a:p>
            <a:r>
              <a:rPr kumimoji="1" lang="ja-JP" altLang="en-US" sz="2400" b="1" dirty="0"/>
              <a:t>ステージ</a:t>
            </a:r>
            <a:endParaRPr kumimoji="1" lang="en-US" altLang="ja-JP" sz="2400" b="1" dirty="0"/>
          </a:p>
          <a:p>
            <a:r>
              <a:rPr lang="ja-JP" altLang="en-US" sz="2400" b="1" dirty="0"/>
              <a:t>・画面全体を切り替えてマップ移動</a:t>
            </a:r>
            <a:endParaRPr lang="en-US" altLang="ja-JP" sz="2400" b="1" dirty="0"/>
          </a:p>
          <a:p>
            <a:r>
              <a:rPr kumimoji="1" lang="ja-JP" altLang="en-US" sz="2400" b="1" dirty="0"/>
              <a:t>・ギミック多め　ステージ少なめ</a:t>
            </a:r>
            <a:endParaRPr kumimoji="1" lang="en-US" altLang="ja-JP" sz="2400" b="1" dirty="0"/>
          </a:p>
          <a:p>
            <a:r>
              <a:rPr lang="ja-JP" altLang="en-US" sz="2400" b="1" dirty="0"/>
              <a:t>・ステージのゴールにたどり着いたらステージクリア</a:t>
            </a:r>
            <a:endParaRPr lang="en-US" altLang="ja-JP" sz="2400" b="1" dirty="0"/>
          </a:p>
          <a:p>
            <a:r>
              <a:rPr lang="ja-JP" altLang="en-US" sz="2400" b="1" dirty="0"/>
              <a:t>・スポーン地点を真ん中の部屋にして左右に部屋２つ</a:t>
            </a:r>
            <a:r>
              <a:rPr lang="en-US" altLang="ja-JP" sz="2400" b="1" dirty="0"/>
              <a:t>(</a:t>
            </a:r>
            <a:r>
              <a:rPr lang="ja-JP" altLang="en-US" sz="2400" b="1" dirty="0"/>
              <a:t>計</a:t>
            </a:r>
            <a:r>
              <a:rPr lang="en-US" altLang="ja-JP" sz="2400" b="1" dirty="0"/>
              <a:t>3</a:t>
            </a:r>
            <a:r>
              <a:rPr lang="ja-JP" altLang="en-US" sz="2400" b="1" dirty="0"/>
              <a:t>つ</a:t>
            </a:r>
            <a:r>
              <a:rPr lang="en-US" altLang="ja-JP" sz="2400" b="1" dirty="0"/>
              <a:t>)</a:t>
            </a:r>
          </a:p>
          <a:p>
            <a:r>
              <a:rPr kumimoji="1" lang="ja-JP" altLang="en-US" sz="2400" b="1" dirty="0"/>
              <a:t>・大体５ステージ</a:t>
            </a:r>
            <a:endParaRPr kumimoji="1" lang="en-US" altLang="ja-JP" sz="2400" b="1" dirty="0"/>
          </a:p>
          <a:p>
            <a:r>
              <a:rPr lang="ja-JP" altLang="en-US" sz="2400" b="1" dirty="0"/>
              <a:t>・１ステージに２属性解放くらい</a:t>
            </a:r>
            <a:endParaRPr lang="en-US" altLang="ja-JP" sz="2400" b="1" dirty="0"/>
          </a:p>
          <a:p>
            <a:r>
              <a:rPr kumimoji="1" lang="ja-JP" altLang="en-US" sz="2400" b="1" dirty="0"/>
              <a:t>・</a:t>
            </a:r>
          </a:p>
        </p:txBody>
      </p:sp>
    </p:spTree>
    <p:extLst>
      <p:ext uri="{BB962C8B-B14F-4D97-AF65-F5344CB8AC3E}">
        <p14:creationId xmlns:p14="http://schemas.microsoft.com/office/powerpoint/2010/main" val="13711367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48A5E588-21F9-4EB2-B6D0-B9815DB7D989}"/>
              </a:ext>
            </a:extLst>
          </p:cNvPr>
          <p:cNvSpPr txBox="1"/>
          <p:nvPr/>
        </p:nvSpPr>
        <p:spPr>
          <a:xfrm>
            <a:off x="0" y="165100"/>
            <a:ext cx="1415772" cy="461665"/>
          </a:xfrm>
          <a:prstGeom prst="rect">
            <a:avLst/>
          </a:prstGeom>
          <a:noFill/>
        </p:spPr>
        <p:txBody>
          <a:bodyPr wrap="none" rtlCol="0">
            <a:spAutoFit/>
          </a:bodyPr>
          <a:lstStyle/>
          <a:p>
            <a:r>
              <a:rPr kumimoji="1" lang="ja-JP" altLang="en-US" sz="2400" b="1" dirty="0"/>
              <a:t>ギミック</a:t>
            </a:r>
          </a:p>
        </p:txBody>
      </p:sp>
      <p:sp>
        <p:nvSpPr>
          <p:cNvPr id="5" name="テキスト ボックス 4">
            <a:extLst>
              <a:ext uri="{FF2B5EF4-FFF2-40B4-BE49-F238E27FC236}">
                <a16:creationId xmlns:a16="http://schemas.microsoft.com/office/drawing/2014/main" id="{47F7347A-29CB-4C01-8514-32C3ED84B27F}"/>
              </a:ext>
            </a:extLst>
          </p:cNvPr>
          <p:cNvSpPr txBox="1"/>
          <p:nvPr/>
        </p:nvSpPr>
        <p:spPr>
          <a:xfrm>
            <a:off x="0" y="626765"/>
            <a:ext cx="8293100" cy="5632311"/>
          </a:xfrm>
          <a:prstGeom prst="rect">
            <a:avLst/>
          </a:prstGeom>
          <a:noFill/>
        </p:spPr>
        <p:txBody>
          <a:bodyPr wrap="square" rtlCol="0">
            <a:spAutoFit/>
          </a:bodyPr>
          <a:lstStyle/>
          <a:p>
            <a:r>
              <a:rPr lang="ja-JP" altLang="en-US" b="1" dirty="0"/>
              <a:t>火</a:t>
            </a:r>
            <a:endParaRPr lang="en-US" altLang="ja-JP" b="1" dirty="0"/>
          </a:p>
          <a:p>
            <a:r>
              <a:rPr kumimoji="1" lang="ja-JP" altLang="en-US" b="1" dirty="0"/>
              <a:t>・火をつけて気球を飛ばす</a:t>
            </a:r>
            <a:endParaRPr kumimoji="1" lang="en-US" altLang="ja-JP" b="1" dirty="0"/>
          </a:p>
          <a:p>
            <a:r>
              <a:rPr lang="ja-JP" altLang="en-US" b="1" dirty="0"/>
              <a:t>・氷を解かす</a:t>
            </a:r>
            <a:endParaRPr lang="en-US" altLang="ja-JP" b="1" dirty="0"/>
          </a:p>
          <a:p>
            <a:r>
              <a:rPr lang="ja-JP" altLang="en-US" b="1" dirty="0"/>
              <a:t>・絡まったツルを燃やす</a:t>
            </a:r>
            <a:endParaRPr lang="en-US" altLang="ja-JP" b="1" dirty="0"/>
          </a:p>
          <a:p>
            <a:r>
              <a:rPr kumimoji="1" lang="ja-JP" altLang="en-US" b="1" dirty="0"/>
              <a:t>水</a:t>
            </a:r>
            <a:endParaRPr kumimoji="1" lang="en-US" altLang="ja-JP" b="1" dirty="0"/>
          </a:p>
          <a:p>
            <a:r>
              <a:rPr kumimoji="1" lang="ja-JP" altLang="en-US" b="1" dirty="0"/>
              <a:t>・火を消す</a:t>
            </a:r>
            <a:endParaRPr kumimoji="1" lang="en-US" altLang="ja-JP" b="1" dirty="0"/>
          </a:p>
          <a:p>
            <a:r>
              <a:rPr kumimoji="1" lang="ja-JP" altLang="en-US" b="1" dirty="0"/>
              <a:t>・植物</a:t>
            </a:r>
            <a:r>
              <a:rPr lang="ja-JP" altLang="en-US" b="1" dirty="0"/>
              <a:t>を</a:t>
            </a:r>
            <a:r>
              <a:rPr kumimoji="1" lang="ja-JP" altLang="en-US" b="1" dirty="0"/>
              <a:t>育てて足場に</a:t>
            </a:r>
            <a:endParaRPr kumimoji="1" lang="en-US" altLang="ja-JP" b="1" dirty="0"/>
          </a:p>
          <a:p>
            <a:r>
              <a:rPr kumimoji="1" lang="ja-JP" altLang="en-US" b="1" dirty="0"/>
              <a:t>雷</a:t>
            </a:r>
            <a:endParaRPr kumimoji="1" lang="en-US" altLang="ja-JP" b="1" dirty="0"/>
          </a:p>
          <a:p>
            <a:r>
              <a:rPr lang="ja-JP" altLang="en-US" b="1" dirty="0"/>
              <a:t>・充電器の充電</a:t>
            </a:r>
            <a:endParaRPr kumimoji="1" lang="en-US" altLang="ja-JP" b="1" dirty="0"/>
          </a:p>
          <a:p>
            <a:r>
              <a:rPr lang="ja-JP" altLang="en-US" b="1" dirty="0"/>
              <a:t>風</a:t>
            </a:r>
            <a:endParaRPr lang="en-US" altLang="ja-JP" b="1" dirty="0"/>
          </a:p>
          <a:p>
            <a:r>
              <a:rPr lang="ja-JP" altLang="en-US" b="1" dirty="0"/>
              <a:t>・風車を回す</a:t>
            </a:r>
            <a:endParaRPr lang="en-US" altLang="ja-JP" b="1" dirty="0"/>
          </a:p>
          <a:p>
            <a:r>
              <a:rPr lang="ja-JP" altLang="en-US" b="1" dirty="0"/>
              <a:t>・風を吹かせて物を運ぶ</a:t>
            </a:r>
            <a:endParaRPr lang="en-US" altLang="ja-JP" b="1" dirty="0"/>
          </a:p>
          <a:p>
            <a:r>
              <a:rPr kumimoji="1" lang="ja-JP" altLang="en-US" b="1" dirty="0"/>
              <a:t>土</a:t>
            </a:r>
            <a:endParaRPr kumimoji="1" lang="en-US" altLang="ja-JP" b="1" dirty="0"/>
          </a:p>
          <a:p>
            <a:r>
              <a:rPr lang="ja-JP" altLang="en-US" b="1" dirty="0"/>
              <a:t>・穴を埋める</a:t>
            </a:r>
            <a:endParaRPr kumimoji="1" lang="en-US" altLang="ja-JP" b="1" dirty="0"/>
          </a:p>
          <a:p>
            <a:r>
              <a:rPr lang="ja-JP" altLang="en-US" b="1" dirty="0"/>
              <a:t>氷</a:t>
            </a:r>
            <a:endParaRPr lang="en-US" altLang="ja-JP" b="1" dirty="0"/>
          </a:p>
          <a:p>
            <a:r>
              <a:rPr lang="ja-JP" altLang="en-US" b="1" dirty="0"/>
              <a:t>・水を凍らせる</a:t>
            </a:r>
            <a:endParaRPr lang="en-US" altLang="ja-JP" b="1" dirty="0"/>
          </a:p>
          <a:p>
            <a:r>
              <a:rPr lang="ja-JP" altLang="en-US" b="1" dirty="0"/>
              <a:t>・足場を凍らせて重いものを運ぶ</a:t>
            </a:r>
            <a:endParaRPr lang="en-US" altLang="ja-JP" b="1" dirty="0"/>
          </a:p>
          <a:p>
            <a:r>
              <a:rPr kumimoji="1" lang="ja-JP" altLang="en-US" b="1" dirty="0"/>
              <a:t>金属</a:t>
            </a:r>
            <a:endParaRPr kumimoji="1" lang="en-US" altLang="ja-JP" b="1" dirty="0"/>
          </a:p>
          <a:p>
            <a:r>
              <a:rPr kumimoji="1" lang="ja-JP" altLang="en-US" b="1" dirty="0"/>
              <a:t>・おもりにしてドアを開ける</a:t>
            </a:r>
            <a:endParaRPr kumimoji="1" lang="en-US" altLang="ja-JP" b="1" dirty="0"/>
          </a:p>
          <a:p>
            <a:endParaRPr lang="en-US" altLang="ja-JP" b="1" dirty="0"/>
          </a:p>
        </p:txBody>
      </p:sp>
      <p:sp>
        <p:nvSpPr>
          <p:cNvPr id="2" name="テキスト ボックス 1">
            <a:extLst>
              <a:ext uri="{FF2B5EF4-FFF2-40B4-BE49-F238E27FC236}">
                <a16:creationId xmlns:a16="http://schemas.microsoft.com/office/drawing/2014/main" id="{CE6C5DEC-BC22-4BB3-BD5F-D2BB46836716}"/>
              </a:ext>
            </a:extLst>
          </p:cNvPr>
          <p:cNvSpPr txBox="1"/>
          <p:nvPr/>
        </p:nvSpPr>
        <p:spPr>
          <a:xfrm>
            <a:off x="6781800" y="880765"/>
            <a:ext cx="3647152" cy="923330"/>
          </a:xfrm>
          <a:prstGeom prst="rect">
            <a:avLst/>
          </a:prstGeom>
          <a:noFill/>
        </p:spPr>
        <p:txBody>
          <a:bodyPr wrap="none" rtlCol="0">
            <a:spAutoFit/>
          </a:bodyPr>
          <a:lstStyle/>
          <a:p>
            <a:r>
              <a:rPr kumimoji="1" lang="ja-JP" altLang="en-US" b="1" dirty="0"/>
              <a:t>・指定した場所への遠隔での落雷</a:t>
            </a:r>
            <a:endParaRPr kumimoji="1" lang="en-US" altLang="ja-JP" b="1" dirty="0"/>
          </a:p>
          <a:p>
            <a:r>
              <a:rPr lang="ja-JP" altLang="en-US" b="1" dirty="0"/>
              <a:t>・爆弾による爆破</a:t>
            </a:r>
            <a:r>
              <a:rPr lang="en-US" altLang="ja-JP" b="1" dirty="0"/>
              <a:t>(</a:t>
            </a:r>
            <a:r>
              <a:rPr lang="ja-JP" altLang="en-US" b="1" dirty="0"/>
              <a:t>障害物の破壊</a:t>
            </a:r>
            <a:r>
              <a:rPr lang="en-US" altLang="ja-JP" b="1" dirty="0"/>
              <a:t>)</a:t>
            </a:r>
          </a:p>
          <a:p>
            <a:endParaRPr kumimoji="1" lang="ja-JP" altLang="en-US" dirty="0"/>
          </a:p>
        </p:txBody>
      </p:sp>
    </p:spTree>
    <p:extLst>
      <p:ext uri="{BB962C8B-B14F-4D97-AF65-F5344CB8AC3E}">
        <p14:creationId xmlns:p14="http://schemas.microsoft.com/office/powerpoint/2010/main" val="36348808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06C22A1-9702-47A0-B058-D2F4B36239D5}"/>
              </a:ext>
            </a:extLst>
          </p:cNvPr>
          <p:cNvSpPr txBox="1"/>
          <p:nvPr/>
        </p:nvSpPr>
        <p:spPr>
          <a:xfrm>
            <a:off x="234950" y="346288"/>
            <a:ext cx="1873251" cy="461665"/>
          </a:xfrm>
          <a:prstGeom prst="rect">
            <a:avLst/>
          </a:prstGeom>
          <a:noFill/>
        </p:spPr>
        <p:txBody>
          <a:bodyPr wrap="square" rtlCol="0">
            <a:spAutoFit/>
          </a:bodyPr>
          <a:lstStyle/>
          <a:p>
            <a:r>
              <a:rPr lang="ja-JP" altLang="en-US" sz="2400" b="1" dirty="0"/>
              <a:t>操作</a:t>
            </a:r>
            <a:endParaRPr lang="en-US" altLang="ja-JP" sz="2400" b="1" dirty="0"/>
          </a:p>
        </p:txBody>
      </p:sp>
      <p:graphicFrame>
        <p:nvGraphicFramePr>
          <p:cNvPr id="5" name="表 5">
            <a:extLst>
              <a:ext uri="{FF2B5EF4-FFF2-40B4-BE49-F238E27FC236}">
                <a16:creationId xmlns:a16="http://schemas.microsoft.com/office/drawing/2014/main" id="{A7B97371-F8D0-457A-AF59-4E786BA01457}"/>
              </a:ext>
            </a:extLst>
          </p:cNvPr>
          <p:cNvGraphicFramePr>
            <a:graphicFrameLocks noGrp="1"/>
          </p:cNvGraphicFramePr>
          <p:nvPr>
            <p:extLst>
              <p:ext uri="{D42A27DB-BD31-4B8C-83A1-F6EECF244321}">
                <p14:modId xmlns:p14="http://schemas.microsoft.com/office/powerpoint/2010/main" val="194061356"/>
              </p:ext>
            </p:extLst>
          </p:nvPr>
        </p:nvGraphicFramePr>
        <p:xfrm>
          <a:off x="254001" y="1048172"/>
          <a:ext cx="7023099" cy="3933616"/>
        </p:xfrm>
        <a:graphic>
          <a:graphicData uri="http://schemas.openxmlformats.org/drawingml/2006/table">
            <a:tbl>
              <a:tblPr firstRow="1" bandRow="1">
                <a:tableStyleId>{5C22544A-7EE6-4342-B048-85BDC9FD1C3A}</a:tableStyleId>
              </a:tblPr>
              <a:tblGrid>
                <a:gridCol w="2341033">
                  <a:extLst>
                    <a:ext uri="{9D8B030D-6E8A-4147-A177-3AD203B41FA5}">
                      <a16:colId xmlns:a16="http://schemas.microsoft.com/office/drawing/2014/main" val="3552947163"/>
                    </a:ext>
                  </a:extLst>
                </a:gridCol>
                <a:gridCol w="2341033">
                  <a:extLst>
                    <a:ext uri="{9D8B030D-6E8A-4147-A177-3AD203B41FA5}">
                      <a16:colId xmlns:a16="http://schemas.microsoft.com/office/drawing/2014/main" val="2645119673"/>
                    </a:ext>
                  </a:extLst>
                </a:gridCol>
                <a:gridCol w="2341033">
                  <a:extLst>
                    <a:ext uri="{9D8B030D-6E8A-4147-A177-3AD203B41FA5}">
                      <a16:colId xmlns:a16="http://schemas.microsoft.com/office/drawing/2014/main" val="3953348475"/>
                    </a:ext>
                  </a:extLst>
                </a:gridCol>
              </a:tblGrid>
              <a:tr h="312244">
                <a:tc>
                  <a:txBody>
                    <a:bodyPr/>
                    <a:lstStyle/>
                    <a:p>
                      <a:r>
                        <a:rPr kumimoji="1" lang="ja-JP" altLang="en-US" dirty="0"/>
                        <a:t>キーボード</a:t>
                      </a:r>
                    </a:p>
                  </a:txBody>
                  <a:tcPr/>
                </a:tc>
                <a:tc>
                  <a:txBody>
                    <a:bodyPr/>
                    <a:lstStyle/>
                    <a:p>
                      <a:r>
                        <a:rPr kumimoji="1" lang="ja-JP" altLang="en-US" dirty="0"/>
                        <a:t>ゲームパッド</a:t>
                      </a:r>
                    </a:p>
                  </a:txBody>
                  <a:tcPr/>
                </a:tc>
                <a:tc>
                  <a:txBody>
                    <a:bodyPr/>
                    <a:lstStyle/>
                    <a:p>
                      <a:endParaRPr kumimoji="1" lang="ja-JP" altLang="en-US"/>
                    </a:p>
                  </a:txBody>
                  <a:tcPr/>
                </a:tc>
                <a:extLst>
                  <a:ext uri="{0D108BD9-81ED-4DB2-BD59-A6C34878D82A}">
                    <a16:rowId xmlns:a16="http://schemas.microsoft.com/office/drawing/2014/main" val="248609186"/>
                  </a:ext>
                </a:extLst>
              </a:tr>
              <a:tr h="312244">
                <a:tc>
                  <a:txBody>
                    <a:bodyPr/>
                    <a:lstStyle/>
                    <a:p>
                      <a:r>
                        <a:rPr kumimoji="1" lang="en-US" altLang="ja-JP" dirty="0"/>
                        <a:t>D</a:t>
                      </a:r>
                      <a:endParaRPr kumimoji="1" lang="ja-JP" altLang="en-US" dirty="0"/>
                    </a:p>
                  </a:txBody>
                  <a:tcPr/>
                </a:tc>
                <a:tc>
                  <a:txBody>
                    <a:bodyPr/>
                    <a:lstStyle/>
                    <a:p>
                      <a:r>
                        <a:rPr kumimoji="1" lang="ja-JP" altLang="en-US" dirty="0"/>
                        <a:t>十字キー</a:t>
                      </a:r>
                      <a:r>
                        <a:rPr kumimoji="1" lang="en-US" altLang="ja-JP" dirty="0"/>
                        <a:t>(</a:t>
                      </a:r>
                      <a:r>
                        <a:rPr kumimoji="1" lang="ja-JP" altLang="en-US" dirty="0"/>
                        <a:t>右</a:t>
                      </a:r>
                      <a:r>
                        <a:rPr kumimoji="1" lang="en-US" altLang="ja-JP" dirty="0"/>
                        <a:t>)</a:t>
                      </a:r>
                      <a:endParaRPr kumimoji="1" lang="ja-JP" altLang="en-US" dirty="0"/>
                    </a:p>
                  </a:txBody>
                  <a:tcPr/>
                </a:tc>
                <a:tc>
                  <a:txBody>
                    <a:bodyPr/>
                    <a:lstStyle/>
                    <a:p>
                      <a:r>
                        <a:rPr kumimoji="1" lang="ja-JP" altLang="en-US" dirty="0"/>
                        <a:t>右に移動</a:t>
                      </a:r>
                    </a:p>
                  </a:txBody>
                  <a:tcPr/>
                </a:tc>
                <a:extLst>
                  <a:ext uri="{0D108BD9-81ED-4DB2-BD59-A6C34878D82A}">
                    <a16:rowId xmlns:a16="http://schemas.microsoft.com/office/drawing/2014/main" val="2456957493"/>
                  </a:ext>
                </a:extLst>
              </a:tr>
              <a:tr h="312244">
                <a:tc>
                  <a:txBody>
                    <a:bodyPr/>
                    <a:lstStyle/>
                    <a:p>
                      <a:r>
                        <a:rPr kumimoji="1" lang="en-US" altLang="ja-JP" dirty="0"/>
                        <a:t>A</a:t>
                      </a:r>
                      <a:endParaRPr kumimoji="1" lang="ja-JP" altLang="en-US" dirty="0"/>
                    </a:p>
                  </a:txBody>
                  <a:tcPr/>
                </a:tc>
                <a:tc>
                  <a:txBody>
                    <a:bodyPr/>
                    <a:lstStyle/>
                    <a:p>
                      <a:r>
                        <a:rPr kumimoji="1" lang="ja-JP" altLang="en-US" dirty="0"/>
                        <a:t>十字キー</a:t>
                      </a:r>
                      <a:r>
                        <a:rPr kumimoji="1" lang="en-US" altLang="ja-JP" dirty="0"/>
                        <a:t>(</a:t>
                      </a:r>
                      <a:r>
                        <a:rPr kumimoji="1" lang="ja-JP" altLang="en-US" dirty="0"/>
                        <a:t>左</a:t>
                      </a:r>
                      <a:r>
                        <a:rPr kumimoji="1" lang="en-US" altLang="ja-JP" dirty="0"/>
                        <a:t>)</a:t>
                      </a:r>
                      <a:endParaRPr kumimoji="1" lang="ja-JP" altLang="en-US" dirty="0"/>
                    </a:p>
                  </a:txBody>
                  <a:tcPr/>
                </a:tc>
                <a:tc>
                  <a:txBody>
                    <a:bodyPr/>
                    <a:lstStyle/>
                    <a:p>
                      <a:r>
                        <a:rPr kumimoji="1" lang="ja-JP" altLang="en-US" dirty="0"/>
                        <a:t>左に移動</a:t>
                      </a:r>
                    </a:p>
                  </a:txBody>
                  <a:tcPr/>
                </a:tc>
                <a:extLst>
                  <a:ext uri="{0D108BD9-81ED-4DB2-BD59-A6C34878D82A}">
                    <a16:rowId xmlns:a16="http://schemas.microsoft.com/office/drawing/2014/main" val="3691459506"/>
                  </a:ext>
                </a:extLst>
              </a:tr>
              <a:tr h="312244">
                <a:tc>
                  <a:txBody>
                    <a:bodyPr/>
                    <a:lstStyle/>
                    <a:p>
                      <a:r>
                        <a:rPr kumimoji="1" lang="en-US" altLang="ja-JP" dirty="0"/>
                        <a:t>Space</a:t>
                      </a:r>
                      <a:endParaRPr kumimoji="1" lang="ja-JP" altLang="en-US" dirty="0"/>
                    </a:p>
                  </a:txBody>
                  <a:tcPr/>
                </a:tc>
                <a:tc>
                  <a:txBody>
                    <a:bodyPr/>
                    <a:lstStyle/>
                    <a:p>
                      <a:r>
                        <a:rPr kumimoji="1" lang="en-US" altLang="ja-JP" dirty="0"/>
                        <a:t>A</a:t>
                      </a:r>
                      <a:endParaRPr kumimoji="1" lang="ja-JP" altLang="en-US" dirty="0"/>
                    </a:p>
                  </a:txBody>
                  <a:tcPr/>
                </a:tc>
                <a:tc>
                  <a:txBody>
                    <a:bodyPr/>
                    <a:lstStyle/>
                    <a:p>
                      <a:r>
                        <a:rPr kumimoji="1" lang="ja-JP" altLang="en-US" dirty="0"/>
                        <a:t>ジャンプ</a:t>
                      </a:r>
                    </a:p>
                  </a:txBody>
                  <a:tcPr/>
                </a:tc>
                <a:extLst>
                  <a:ext uri="{0D108BD9-81ED-4DB2-BD59-A6C34878D82A}">
                    <a16:rowId xmlns:a16="http://schemas.microsoft.com/office/drawing/2014/main" val="354492110"/>
                  </a:ext>
                </a:extLst>
              </a:tr>
              <a:tr h="312244">
                <a:tc>
                  <a:txBody>
                    <a:bodyPr/>
                    <a:lstStyle/>
                    <a:p>
                      <a:r>
                        <a:rPr kumimoji="1" lang="en-US" altLang="ja-JP" dirty="0"/>
                        <a:t>Shift + D</a:t>
                      </a:r>
                      <a:r>
                        <a:rPr kumimoji="1" lang="ja-JP" altLang="en-US" dirty="0"/>
                        <a:t> </a:t>
                      </a:r>
                      <a:r>
                        <a:rPr kumimoji="1" lang="en-US" altLang="ja-JP" dirty="0"/>
                        <a:t>or</a:t>
                      </a:r>
                      <a:r>
                        <a:rPr kumimoji="1" lang="ja-JP" altLang="en-US" dirty="0"/>
                        <a:t> </a:t>
                      </a:r>
                      <a:r>
                        <a:rPr kumimoji="1" lang="en-US" altLang="ja-JP" dirty="0"/>
                        <a:t>A</a:t>
                      </a:r>
                      <a:endParaRPr kumimoji="1" lang="ja-JP" altLang="en-US" dirty="0"/>
                    </a:p>
                  </a:txBody>
                  <a:tcPr/>
                </a:tc>
                <a:tc>
                  <a:txBody>
                    <a:bodyPr/>
                    <a:lstStyle/>
                    <a:p>
                      <a:r>
                        <a:rPr kumimoji="1" lang="en-US" altLang="ja-JP" dirty="0"/>
                        <a:t>X</a:t>
                      </a:r>
                      <a:endParaRPr kumimoji="1" lang="ja-JP" altLang="en-US" dirty="0"/>
                    </a:p>
                  </a:txBody>
                  <a:tcPr/>
                </a:tc>
                <a:tc>
                  <a:txBody>
                    <a:bodyPr/>
                    <a:lstStyle/>
                    <a:p>
                      <a:r>
                        <a:rPr kumimoji="1" lang="ja-JP" altLang="en-US" dirty="0"/>
                        <a:t>走る</a:t>
                      </a:r>
                    </a:p>
                  </a:txBody>
                  <a:tcPr/>
                </a:tc>
                <a:extLst>
                  <a:ext uri="{0D108BD9-81ED-4DB2-BD59-A6C34878D82A}">
                    <a16:rowId xmlns:a16="http://schemas.microsoft.com/office/drawing/2014/main" val="2126881970"/>
                  </a:ext>
                </a:extLst>
              </a:tr>
              <a:tr h="412328">
                <a:tc>
                  <a:txBody>
                    <a:bodyPr/>
                    <a:lstStyle/>
                    <a:p>
                      <a:r>
                        <a:rPr kumimoji="1" lang="ja-JP" altLang="en-US" dirty="0"/>
                        <a:t>右クリック</a:t>
                      </a:r>
                    </a:p>
                  </a:txBody>
                  <a:tcPr/>
                </a:tc>
                <a:tc>
                  <a:txBody>
                    <a:bodyPr/>
                    <a:lstStyle/>
                    <a:p>
                      <a:r>
                        <a:rPr kumimoji="1" lang="en-US" altLang="ja-JP" dirty="0"/>
                        <a:t>RT</a:t>
                      </a:r>
                      <a:endParaRPr kumimoji="1" lang="ja-JP" altLang="en-US" dirty="0"/>
                    </a:p>
                  </a:txBody>
                  <a:tcPr/>
                </a:tc>
                <a:tc>
                  <a:txBody>
                    <a:bodyPr/>
                    <a:lstStyle/>
                    <a:p>
                      <a:r>
                        <a:rPr kumimoji="1" lang="ja-JP" altLang="en-US" dirty="0"/>
                        <a:t>属性を出す</a:t>
                      </a:r>
                    </a:p>
                  </a:txBody>
                  <a:tcPr/>
                </a:tc>
                <a:extLst>
                  <a:ext uri="{0D108BD9-81ED-4DB2-BD59-A6C34878D82A}">
                    <a16:rowId xmlns:a16="http://schemas.microsoft.com/office/drawing/2014/main" val="3349197290"/>
                  </a:ext>
                </a:extLst>
              </a:tr>
              <a:tr h="412328">
                <a:tc>
                  <a:txBody>
                    <a:bodyPr/>
                    <a:lstStyle/>
                    <a:p>
                      <a:r>
                        <a:rPr kumimoji="1" lang="ja-JP" altLang="en-US" dirty="0"/>
                        <a:t>カーソル</a:t>
                      </a:r>
                    </a:p>
                  </a:txBody>
                  <a:tcPr/>
                </a:tc>
                <a:tc>
                  <a:txBody>
                    <a:bodyPr/>
                    <a:lstStyle/>
                    <a:p>
                      <a:r>
                        <a:rPr kumimoji="1" lang="ja-JP" altLang="en-US" dirty="0"/>
                        <a:t>右スティック</a:t>
                      </a:r>
                    </a:p>
                  </a:txBody>
                  <a:tcPr/>
                </a:tc>
                <a:tc>
                  <a:txBody>
                    <a:bodyPr/>
                    <a:lstStyle/>
                    <a:p>
                      <a:r>
                        <a:rPr kumimoji="1" lang="ja-JP" altLang="en-US" dirty="0"/>
                        <a:t>属性の選択　</a:t>
                      </a:r>
                      <a:endParaRPr kumimoji="1" lang="en-US" altLang="ja-JP" dirty="0"/>
                    </a:p>
                    <a:p>
                      <a:r>
                        <a:rPr kumimoji="1" lang="ja-JP" altLang="en-US" dirty="0"/>
                        <a:t>投げる方向の選択</a:t>
                      </a:r>
                    </a:p>
                  </a:txBody>
                  <a:tcPr/>
                </a:tc>
                <a:extLst>
                  <a:ext uri="{0D108BD9-81ED-4DB2-BD59-A6C34878D82A}">
                    <a16:rowId xmlns:a16="http://schemas.microsoft.com/office/drawing/2014/main" val="1037643415"/>
                  </a:ext>
                </a:extLst>
              </a:tr>
              <a:tr h="412328">
                <a:tc>
                  <a:txBody>
                    <a:bodyPr/>
                    <a:lstStyle/>
                    <a:p>
                      <a:r>
                        <a:rPr kumimoji="1" lang="ja-JP" altLang="en-US" dirty="0"/>
                        <a:t>左クリック</a:t>
                      </a:r>
                    </a:p>
                  </a:txBody>
                  <a:tcPr/>
                </a:tc>
                <a:tc>
                  <a:txBody>
                    <a:bodyPr/>
                    <a:lstStyle/>
                    <a:p>
                      <a:r>
                        <a:rPr kumimoji="1" lang="en-US" altLang="ja-JP" dirty="0"/>
                        <a:t>B</a:t>
                      </a:r>
                      <a:endParaRPr kumimoji="1" lang="ja-JP" altLang="en-US" dirty="0"/>
                    </a:p>
                  </a:txBody>
                  <a:tcPr/>
                </a:tc>
                <a:tc>
                  <a:txBody>
                    <a:bodyPr/>
                    <a:lstStyle/>
                    <a:p>
                      <a:r>
                        <a:rPr kumimoji="1" lang="ja-JP" altLang="en-US" dirty="0"/>
                        <a:t>決定</a:t>
                      </a:r>
                    </a:p>
                  </a:txBody>
                  <a:tcPr/>
                </a:tc>
                <a:extLst>
                  <a:ext uri="{0D108BD9-81ED-4DB2-BD59-A6C34878D82A}">
                    <a16:rowId xmlns:a16="http://schemas.microsoft.com/office/drawing/2014/main" val="805145649"/>
                  </a:ext>
                </a:extLst>
              </a:tr>
              <a:tr h="412328">
                <a:tc>
                  <a:txBody>
                    <a:bodyPr/>
                    <a:lstStyle/>
                    <a:p>
                      <a:r>
                        <a:rPr kumimoji="1" lang="en-US" altLang="ja-JP" dirty="0"/>
                        <a:t>Z</a:t>
                      </a:r>
                      <a:endParaRPr kumimoji="1" lang="ja-JP" altLang="en-US" dirty="0"/>
                    </a:p>
                  </a:txBody>
                  <a:tcPr/>
                </a:tc>
                <a:tc>
                  <a:txBody>
                    <a:bodyPr/>
                    <a:lstStyle/>
                    <a:p>
                      <a:r>
                        <a:rPr kumimoji="1" lang="en-US" altLang="ja-JP" dirty="0"/>
                        <a:t>LT</a:t>
                      </a:r>
                      <a:endParaRPr kumimoji="1" lang="ja-JP"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カーソルを基準に投げる</a:t>
                      </a:r>
                    </a:p>
                  </a:txBody>
                  <a:tcPr/>
                </a:tc>
                <a:extLst>
                  <a:ext uri="{0D108BD9-81ED-4DB2-BD59-A6C34878D82A}">
                    <a16:rowId xmlns:a16="http://schemas.microsoft.com/office/drawing/2014/main" val="1640731407"/>
                  </a:ext>
                </a:extLst>
              </a:tr>
            </a:tbl>
          </a:graphicData>
        </a:graphic>
      </p:graphicFrame>
    </p:spTree>
    <p:extLst>
      <p:ext uri="{BB962C8B-B14F-4D97-AF65-F5344CB8AC3E}">
        <p14:creationId xmlns:p14="http://schemas.microsoft.com/office/powerpoint/2010/main" val="2239409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03C21431-EE9C-4B0B-8EAB-820D2D654234}"/>
              </a:ext>
            </a:extLst>
          </p:cNvPr>
          <p:cNvSpPr txBox="1"/>
          <p:nvPr/>
        </p:nvSpPr>
        <p:spPr>
          <a:xfrm>
            <a:off x="279400" y="177800"/>
            <a:ext cx="492443" cy="461665"/>
          </a:xfrm>
          <a:prstGeom prst="rect">
            <a:avLst/>
          </a:prstGeom>
          <a:noFill/>
        </p:spPr>
        <p:txBody>
          <a:bodyPr wrap="none" rtlCol="0">
            <a:spAutoFit/>
          </a:bodyPr>
          <a:lstStyle/>
          <a:p>
            <a:r>
              <a:rPr kumimoji="1" lang="ja-JP" altLang="en-US" sz="2400" b="1" dirty="0"/>
              <a:t>敵</a:t>
            </a:r>
          </a:p>
        </p:txBody>
      </p:sp>
      <p:sp>
        <p:nvSpPr>
          <p:cNvPr id="4" name="テキスト ボックス 3">
            <a:extLst>
              <a:ext uri="{FF2B5EF4-FFF2-40B4-BE49-F238E27FC236}">
                <a16:creationId xmlns:a16="http://schemas.microsoft.com/office/drawing/2014/main" id="{E147FDEB-88D1-4424-BA7A-DC0919BAEC27}"/>
              </a:ext>
            </a:extLst>
          </p:cNvPr>
          <p:cNvSpPr txBox="1"/>
          <p:nvPr/>
        </p:nvSpPr>
        <p:spPr>
          <a:xfrm>
            <a:off x="771842" y="1320800"/>
            <a:ext cx="4866957" cy="646331"/>
          </a:xfrm>
          <a:prstGeom prst="rect">
            <a:avLst/>
          </a:prstGeom>
          <a:noFill/>
        </p:spPr>
        <p:txBody>
          <a:bodyPr wrap="square" rtlCol="0">
            <a:spAutoFit/>
          </a:bodyPr>
          <a:lstStyle/>
          <a:p>
            <a:pPr marL="0" algn="l" rtl="0" eaLnBrk="1" fontAlgn="t" latinLnBrk="0" hangingPunct="1">
              <a:spcBef>
                <a:spcPts val="0"/>
              </a:spcBef>
              <a:spcAft>
                <a:spcPts val="0"/>
              </a:spcAft>
            </a:pPr>
            <a:endParaRPr lang="en-US" altLang="ja-JP" b="1" dirty="0">
              <a:solidFill>
                <a:srgbClr val="FFFFFF"/>
              </a:solidFill>
              <a:latin typeface="游ゴシック" panose="020B0400000000000000" pitchFamily="50" charset="-128"/>
            </a:endParaRPr>
          </a:p>
          <a:p>
            <a:endParaRPr kumimoji="1" lang="ja-JP" altLang="en-US" dirty="0"/>
          </a:p>
        </p:txBody>
      </p:sp>
      <p:sp>
        <p:nvSpPr>
          <p:cNvPr id="5" name="テキスト ボックス 4">
            <a:extLst>
              <a:ext uri="{FF2B5EF4-FFF2-40B4-BE49-F238E27FC236}">
                <a16:creationId xmlns:a16="http://schemas.microsoft.com/office/drawing/2014/main" id="{FDD78B2F-6AD9-465D-BBA8-D651F25E4ADB}"/>
              </a:ext>
            </a:extLst>
          </p:cNvPr>
          <p:cNvSpPr txBox="1"/>
          <p:nvPr/>
        </p:nvSpPr>
        <p:spPr>
          <a:xfrm>
            <a:off x="279400" y="639465"/>
            <a:ext cx="9105900" cy="2862322"/>
          </a:xfrm>
          <a:prstGeom prst="rect">
            <a:avLst/>
          </a:prstGeom>
          <a:noFill/>
        </p:spPr>
        <p:txBody>
          <a:bodyPr wrap="square" rtlCol="0">
            <a:spAutoFit/>
          </a:bodyPr>
          <a:lstStyle/>
          <a:p>
            <a:r>
              <a:rPr lang="ja-JP" altLang="en-US" b="1" dirty="0"/>
              <a:t>ダメージを受けるタイミング</a:t>
            </a:r>
            <a:endParaRPr lang="en-US" altLang="ja-JP" b="1" dirty="0"/>
          </a:p>
          <a:p>
            <a:r>
              <a:rPr kumimoji="1" lang="ja-JP" altLang="en-US" dirty="0"/>
              <a:t>・</a:t>
            </a:r>
            <a:r>
              <a:rPr kumimoji="1" lang="ja-JP" altLang="en-US" b="1" dirty="0"/>
              <a:t>踏まれたとき</a:t>
            </a:r>
            <a:endParaRPr kumimoji="1" lang="en-US" altLang="ja-JP" b="1" dirty="0"/>
          </a:p>
          <a:p>
            <a:r>
              <a:rPr lang="ja-JP" altLang="en-US" b="1" dirty="0"/>
              <a:t>・属性攻撃を受けた時</a:t>
            </a:r>
            <a:endParaRPr lang="en-US" altLang="ja-JP" b="1" dirty="0"/>
          </a:p>
          <a:p>
            <a:endParaRPr lang="en-US" altLang="ja-JP" b="1" dirty="0"/>
          </a:p>
          <a:p>
            <a:r>
              <a:rPr lang="ja-JP" altLang="en-US" b="1" dirty="0"/>
              <a:t>攻撃</a:t>
            </a:r>
            <a:r>
              <a:rPr lang="en-US" altLang="ja-JP" b="1" dirty="0"/>
              <a:t>1</a:t>
            </a:r>
            <a:r>
              <a:rPr lang="ja-JP" altLang="en-US" b="1" dirty="0"/>
              <a:t>発で倒れる</a:t>
            </a:r>
            <a:endParaRPr lang="en-US" altLang="ja-JP" b="1" dirty="0"/>
          </a:p>
          <a:p>
            <a:endParaRPr kumimoji="1" lang="en-US" altLang="ja-JP" b="1" dirty="0"/>
          </a:p>
          <a:p>
            <a:r>
              <a:rPr lang="ja-JP" altLang="en-US" b="1" dirty="0"/>
              <a:t>プレイヤー死亡→リスタート時は敵も復活させる</a:t>
            </a:r>
            <a:endParaRPr lang="en-US" altLang="ja-JP" b="1" dirty="0"/>
          </a:p>
          <a:p>
            <a:endParaRPr lang="en-US" altLang="ja-JP" b="1" dirty="0"/>
          </a:p>
          <a:p>
            <a:r>
              <a:rPr kumimoji="1" lang="ja-JP" altLang="en-US" b="1" dirty="0"/>
              <a:t>当たった属性に応じたエフェクト</a:t>
            </a:r>
            <a:endParaRPr kumimoji="1" lang="en-US" altLang="ja-JP" b="1" dirty="0"/>
          </a:p>
          <a:p>
            <a:r>
              <a:rPr lang="ja-JP" altLang="en-US" b="1" dirty="0"/>
              <a:t>属性が効かない敵には耐えているエフェクト</a:t>
            </a:r>
            <a:endParaRPr kumimoji="1" lang="ja-JP" altLang="en-US" b="1" dirty="0"/>
          </a:p>
        </p:txBody>
      </p:sp>
    </p:spTree>
    <p:extLst>
      <p:ext uri="{BB962C8B-B14F-4D97-AF65-F5344CB8AC3E}">
        <p14:creationId xmlns:p14="http://schemas.microsoft.com/office/powerpoint/2010/main" val="4021376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0B3E9866-BC85-4C99-8BB2-AD1DF801327B}"/>
              </a:ext>
            </a:extLst>
          </p:cNvPr>
          <p:cNvSpPr txBox="1"/>
          <p:nvPr/>
        </p:nvSpPr>
        <p:spPr>
          <a:xfrm>
            <a:off x="0" y="0"/>
            <a:ext cx="9994900" cy="6463308"/>
          </a:xfrm>
          <a:prstGeom prst="rect">
            <a:avLst/>
          </a:prstGeom>
          <a:noFill/>
        </p:spPr>
        <p:txBody>
          <a:bodyPr wrap="square">
            <a:spAutoFit/>
          </a:bodyPr>
          <a:lstStyle/>
          <a:p>
            <a:r>
              <a:rPr kumimoji="1" lang="ja-JP" altLang="en-US" sz="1800" b="1" i="0" u="none" strike="noStrike" kern="1200" dirty="0">
                <a:solidFill>
                  <a:srgbClr val="000000"/>
                </a:solidFill>
                <a:effectLst/>
                <a:latin typeface="游ゴシック" panose="020B0400000000000000" pitchFamily="50" charset="-128"/>
              </a:rPr>
              <a:t>・通常　歩いてくる</a:t>
            </a:r>
            <a:r>
              <a:rPr kumimoji="1" lang="en-US" altLang="ja-JP" sz="1800" b="1" i="0" u="none" strike="noStrike" kern="1200" dirty="0">
                <a:solidFill>
                  <a:srgbClr val="000000"/>
                </a:solidFill>
                <a:effectLst/>
                <a:latin typeface="游ゴシック" panose="020B0400000000000000" pitchFamily="50" charset="-128"/>
              </a:rPr>
              <a:t>(</a:t>
            </a:r>
            <a:r>
              <a:rPr kumimoji="1" lang="ja-JP" altLang="en-US" sz="1800" b="1" i="0" u="none" strike="noStrike" kern="1200" dirty="0">
                <a:solidFill>
                  <a:srgbClr val="000000"/>
                </a:solidFill>
                <a:effectLst/>
                <a:latin typeface="游ゴシック" panose="020B0400000000000000" pitchFamily="50" charset="-128"/>
              </a:rPr>
              <a:t>踏んで倒せる</a:t>
            </a:r>
            <a:r>
              <a:rPr kumimoji="1" lang="en-US" altLang="ja-JP" sz="1800" b="1" i="0" u="none" strike="noStrike" kern="1200" dirty="0">
                <a:solidFill>
                  <a:srgbClr val="000000"/>
                </a:solidFill>
                <a:effectLst/>
                <a:latin typeface="游ゴシック" panose="020B0400000000000000" pitchFamily="50" charset="-128"/>
              </a:rPr>
              <a:t>)</a:t>
            </a:r>
            <a:endParaRPr lang="ja-JP" altLang="ja-JP" sz="1800" b="1" i="0" u="none" strike="noStrike" dirty="0">
              <a:effectLst/>
              <a:latin typeface="Arial" panose="020B0604020202020204" pitchFamily="34" charset="0"/>
            </a:endParaRPr>
          </a:p>
          <a:p>
            <a:pPr marL="0" algn="l" rtl="0" eaLnBrk="1" fontAlgn="t" latinLnBrk="0" hangingPunct="1">
              <a:spcBef>
                <a:spcPts val="0"/>
              </a:spcBef>
              <a:spcAft>
                <a:spcPts val="0"/>
              </a:spcAft>
            </a:pPr>
            <a:r>
              <a:rPr lang="ja-JP" altLang="en-US" b="1" dirty="0">
                <a:solidFill>
                  <a:srgbClr val="000000"/>
                </a:solidFill>
                <a:latin typeface="游ゴシック" panose="020B0400000000000000" pitchFamily="50" charset="-128"/>
              </a:rPr>
              <a:t>地面に沿って歩く</a:t>
            </a:r>
            <a:endParaRPr lang="en-US" altLang="ja-JP" b="1" dirty="0">
              <a:solidFill>
                <a:srgbClr val="000000"/>
              </a:solidFill>
              <a:latin typeface="游ゴシック" panose="020B0400000000000000" pitchFamily="50" charset="-128"/>
            </a:endParaRPr>
          </a:p>
          <a:p>
            <a:pPr marL="0" algn="l" rtl="0" eaLnBrk="1" fontAlgn="t" latinLnBrk="0" hangingPunct="1">
              <a:spcBef>
                <a:spcPts val="0"/>
              </a:spcBef>
              <a:spcAft>
                <a:spcPts val="0"/>
              </a:spcAft>
            </a:pPr>
            <a:r>
              <a:rPr lang="ja-JP" altLang="en-US" b="1" dirty="0">
                <a:solidFill>
                  <a:srgbClr val="000000"/>
                </a:solidFill>
                <a:latin typeface="游ゴシック" panose="020B0400000000000000" pitchFamily="50" charset="-128"/>
              </a:rPr>
              <a:t>壁やがけで折り返す</a:t>
            </a:r>
            <a:endParaRPr lang="en-US" altLang="ja-JP" b="1" dirty="0">
              <a:solidFill>
                <a:srgbClr val="000000"/>
              </a:solidFill>
              <a:latin typeface="游ゴシック" panose="020B0400000000000000" pitchFamily="50" charset="-128"/>
            </a:endParaRPr>
          </a:p>
          <a:p>
            <a:pPr marL="0" algn="l" rtl="0" eaLnBrk="1" fontAlgn="t" latinLnBrk="0" hangingPunct="1">
              <a:spcBef>
                <a:spcPts val="0"/>
              </a:spcBef>
              <a:spcAft>
                <a:spcPts val="0"/>
              </a:spcAft>
            </a:pPr>
            <a:endParaRPr lang="en-US" altLang="ja-JP" b="1" dirty="0">
              <a:solidFill>
                <a:srgbClr val="000000"/>
              </a:solidFill>
              <a:latin typeface="游ゴシック" panose="020B0400000000000000" pitchFamily="50" charset="-128"/>
            </a:endParaRPr>
          </a:p>
          <a:p>
            <a:pPr fontAlgn="t"/>
            <a:r>
              <a:rPr kumimoji="1" lang="ja-JP" altLang="en-US" sz="1800" b="1" i="0" u="none" strike="noStrike" kern="1200" dirty="0">
                <a:solidFill>
                  <a:srgbClr val="000000"/>
                </a:solidFill>
                <a:effectLst/>
                <a:latin typeface="游ゴシック" panose="020B0400000000000000" pitchFamily="50" charset="-128"/>
              </a:rPr>
              <a:t>・</a:t>
            </a:r>
            <a:r>
              <a:rPr kumimoji="1" lang="ja-JP" altLang="ja-JP" sz="1800" b="1" i="0" u="none" strike="noStrike" kern="1200" dirty="0">
                <a:solidFill>
                  <a:srgbClr val="000000"/>
                </a:solidFill>
                <a:effectLst/>
                <a:latin typeface="游ゴシック" panose="020B0400000000000000" pitchFamily="50" charset="-128"/>
              </a:rPr>
              <a:t>遠距離</a:t>
            </a:r>
            <a:endParaRPr kumimoji="1" lang="en-US" altLang="ja-JP" sz="1800" b="1" i="0" u="none" strike="noStrike" kern="1200" dirty="0">
              <a:solidFill>
                <a:srgbClr val="000000"/>
              </a:solidFill>
              <a:effectLst/>
              <a:latin typeface="游ゴシック" panose="020B0400000000000000" pitchFamily="50" charset="-128"/>
            </a:endParaRPr>
          </a:p>
          <a:p>
            <a:pPr fontAlgn="t"/>
            <a:r>
              <a:rPr lang="ja-JP" altLang="en-US" b="1" dirty="0">
                <a:solidFill>
                  <a:srgbClr val="000000"/>
                </a:solidFill>
                <a:latin typeface="游ゴシック" panose="020B0400000000000000" pitchFamily="50" charset="-128"/>
              </a:rPr>
              <a:t>固定砲台てきな</a:t>
            </a:r>
            <a:endParaRPr lang="en-US" altLang="ja-JP" b="1" dirty="0">
              <a:solidFill>
                <a:srgbClr val="000000"/>
              </a:solidFill>
              <a:latin typeface="游ゴシック" panose="020B0400000000000000" pitchFamily="50" charset="-128"/>
            </a:endParaRPr>
          </a:p>
          <a:p>
            <a:pPr fontAlgn="t"/>
            <a:r>
              <a:rPr lang="ja-JP" altLang="en-US" sz="1800" b="1" i="0" u="none" strike="noStrike" dirty="0">
                <a:effectLst/>
                <a:latin typeface="Arial" panose="020B0604020202020204" pitchFamily="34" charset="0"/>
              </a:rPr>
              <a:t>弧を描く軌道で攻撃してくる</a:t>
            </a:r>
            <a:endParaRPr lang="ja-JP" altLang="ja-JP" sz="1800" b="1" i="0" u="none" strike="noStrike" dirty="0">
              <a:effectLst/>
              <a:latin typeface="Arial" panose="020B0604020202020204" pitchFamily="34" charset="0"/>
            </a:endParaRPr>
          </a:p>
          <a:p>
            <a:pPr marL="0" algn="l" rtl="0" eaLnBrk="1" fontAlgn="t" latinLnBrk="0" hangingPunct="1">
              <a:spcBef>
                <a:spcPts val="0"/>
              </a:spcBef>
              <a:spcAft>
                <a:spcPts val="0"/>
              </a:spcAft>
            </a:pPr>
            <a:endParaRPr lang="en-US" altLang="ja-JP" b="1" dirty="0">
              <a:solidFill>
                <a:srgbClr val="000000"/>
              </a:solidFill>
              <a:latin typeface="游ゴシック" panose="020B0400000000000000" pitchFamily="50" charset="-128"/>
            </a:endParaRPr>
          </a:p>
          <a:p>
            <a:pPr marL="0" algn="l" rtl="0" eaLnBrk="1" fontAlgn="t" latinLnBrk="0" hangingPunct="1">
              <a:spcBef>
                <a:spcPts val="0"/>
              </a:spcBef>
              <a:spcAft>
                <a:spcPts val="0"/>
              </a:spcAft>
            </a:pPr>
            <a:r>
              <a:rPr kumimoji="1" lang="ja-JP" altLang="en-US" sz="1800" b="1" i="0" u="none" strike="noStrike" kern="1200" dirty="0">
                <a:solidFill>
                  <a:srgbClr val="000000"/>
                </a:solidFill>
                <a:effectLst/>
                <a:latin typeface="游ゴシック" panose="020B0400000000000000" pitchFamily="50" charset="-128"/>
              </a:rPr>
              <a:t>・</a:t>
            </a:r>
            <a:r>
              <a:rPr kumimoji="1" lang="ja-JP" altLang="ja-JP" sz="1800" b="1" i="0" u="none" strike="noStrike" kern="1200" dirty="0">
                <a:solidFill>
                  <a:srgbClr val="000000"/>
                </a:solidFill>
                <a:effectLst/>
                <a:latin typeface="游ゴシック" panose="020B0400000000000000" pitchFamily="50" charset="-128"/>
              </a:rPr>
              <a:t>火</a:t>
            </a:r>
            <a:r>
              <a:rPr kumimoji="1" lang="ja-JP" altLang="en-US" sz="1800" b="1" i="0" u="none" strike="noStrike" kern="1200" dirty="0">
                <a:solidFill>
                  <a:srgbClr val="000000"/>
                </a:solidFill>
                <a:effectLst/>
                <a:latin typeface="游ゴシック" panose="020B0400000000000000" pitchFamily="50" charset="-128"/>
              </a:rPr>
              <a:t>しか</a:t>
            </a:r>
            <a:r>
              <a:rPr kumimoji="1" lang="ja-JP" altLang="ja-JP" sz="1800" b="1" i="0" u="none" strike="noStrike" kern="1200" dirty="0">
                <a:solidFill>
                  <a:srgbClr val="000000"/>
                </a:solidFill>
                <a:effectLst/>
                <a:latin typeface="游ゴシック" panose="020B0400000000000000" pitchFamily="50" charset="-128"/>
              </a:rPr>
              <a:t>効かない　通常</a:t>
            </a:r>
            <a:endParaRPr kumimoji="1" lang="en-US" altLang="ja-JP" sz="1800" b="1" i="0" u="none" strike="noStrike" kern="1200" dirty="0">
              <a:solidFill>
                <a:srgbClr val="000000"/>
              </a:solidFill>
              <a:effectLst/>
              <a:latin typeface="游ゴシック" panose="020B0400000000000000" pitchFamily="50" charset="-128"/>
            </a:endParaRPr>
          </a:p>
          <a:p>
            <a:pPr marL="0" algn="l" rtl="0" eaLnBrk="1" fontAlgn="t" latinLnBrk="0" hangingPunct="1">
              <a:spcBef>
                <a:spcPts val="0"/>
              </a:spcBef>
              <a:spcAft>
                <a:spcPts val="0"/>
              </a:spcAft>
            </a:pPr>
            <a:r>
              <a:rPr lang="ja-JP" altLang="en-US" b="1" dirty="0">
                <a:solidFill>
                  <a:srgbClr val="000000"/>
                </a:solidFill>
                <a:latin typeface="游ゴシック" panose="020B0400000000000000" pitchFamily="50" charset="-128"/>
              </a:rPr>
              <a:t>地面に沿って歩く</a:t>
            </a:r>
            <a:endParaRPr lang="en-US" altLang="ja-JP" b="1" dirty="0">
              <a:solidFill>
                <a:srgbClr val="000000"/>
              </a:solidFill>
              <a:latin typeface="游ゴシック" panose="020B0400000000000000" pitchFamily="50" charset="-128"/>
            </a:endParaRPr>
          </a:p>
          <a:p>
            <a:pPr marL="0" algn="l" rtl="0" eaLnBrk="1" fontAlgn="t" latinLnBrk="0" hangingPunct="1">
              <a:spcBef>
                <a:spcPts val="0"/>
              </a:spcBef>
              <a:spcAft>
                <a:spcPts val="0"/>
              </a:spcAft>
            </a:pPr>
            <a:r>
              <a:rPr lang="ja-JP" altLang="en-US" b="1" dirty="0">
                <a:solidFill>
                  <a:srgbClr val="000000"/>
                </a:solidFill>
                <a:latin typeface="游ゴシック" panose="020B0400000000000000" pitchFamily="50" charset="-128"/>
              </a:rPr>
              <a:t>壁やがけで折り返す</a:t>
            </a:r>
            <a:endParaRPr lang="en-US" altLang="ja-JP" b="1" dirty="0">
              <a:solidFill>
                <a:srgbClr val="000000"/>
              </a:solidFill>
              <a:latin typeface="游ゴシック" panose="020B0400000000000000" pitchFamily="50" charset="-128"/>
            </a:endParaRPr>
          </a:p>
          <a:p>
            <a:pPr fontAlgn="t"/>
            <a:r>
              <a:rPr lang="ja-JP" altLang="en-US" sz="1800" b="1" i="0" u="none" strike="noStrike" dirty="0">
                <a:effectLst/>
                <a:latin typeface="Arial" panose="020B0604020202020204" pitchFamily="34" charset="0"/>
              </a:rPr>
              <a:t>火属性攻撃でしか倒せない</a:t>
            </a:r>
            <a:endParaRPr lang="ja-JP" altLang="ja-JP" sz="1800" b="1" i="0" u="none" strike="noStrike" dirty="0">
              <a:effectLst/>
              <a:latin typeface="Arial" panose="020B0604020202020204" pitchFamily="34" charset="0"/>
            </a:endParaRPr>
          </a:p>
          <a:p>
            <a:pPr marL="0" algn="l" rtl="0" eaLnBrk="1" fontAlgn="t" latinLnBrk="0" hangingPunct="1">
              <a:spcBef>
                <a:spcPts val="0"/>
              </a:spcBef>
              <a:spcAft>
                <a:spcPts val="0"/>
              </a:spcAft>
            </a:pPr>
            <a:endParaRPr lang="ja-JP" altLang="ja-JP" sz="1800" b="1" i="0" u="none" strike="noStrike" dirty="0">
              <a:effectLst/>
              <a:latin typeface="Arial" panose="020B0604020202020204" pitchFamily="34" charset="0"/>
            </a:endParaRPr>
          </a:p>
          <a:p>
            <a:pPr marL="0" algn="l" rtl="0" eaLnBrk="1" fontAlgn="t" latinLnBrk="0" hangingPunct="1">
              <a:spcBef>
                <a:spcPts val="0"/>
              </a:spcBef>
              <a:spcAft>
                <a:spcPts val="0"/>
              </a:spcAft>
            </a:pPr>
            <a:r>
              <a:rPr kumimoji="1" lang="ja-JP" altLang="en-US" sz="1800" b="1" i="0" u="none" strike="noStrike" kern="1200" dirty="0">
                <a:solidFill>
                  <a:srgbClr val="000000"/>
                </a:solidFill>
                <a:effectLst/>
                <a:latin typeface="游ゴシック" panose="020B0400000000000000" pitchFamily="50" charset="-128"/>
              </a:rPr>
              <a:t>・</a:t>
            </a:r>
            <a:r>
              <a:rPr kumimoji="1" lang="ja-JP" altLang="ja-JP" sz="1800" b="1" i="0" u="none" strike="noStrike" kern="1200" dirty="0">
                <a:solidFill>
                  <a:srgbClr val="000000"/>
                </a:solidFill>
                <a:effectLst/>
                <a:latin typeface="游ゴシック" panose="020B0400000000000000" pitchFamily="50" charset="-128"/>
              </a:rPr>
              <a:t>雷</a:t>
            </a:r>
            <a:r>
              <a:rPr kumimoji="1" lang="ja-JP" altLang="en-US" sz="1800" b="1" i="0" u="none" strike="noStrike" kern="1200" dirty="0">
                <a:solidFill>
                  <a:srgbClr val="000000"/>
                </a:solidFill>
                <a:effectLst/>
                <a:latin typeface="游ゴシック" panose="020B0400000000000000" pitchFamily="50" charset="-128"/>
              </a:rPr>
              <a:t>しか</a:t>
            </a:r>
            <a:r>
              <a:rPr kumimoji="1" lang="ja-JP" altLang="ja-JP" sz="1800" b="1" i="0" u="none" strike="noStrike" kern="1200" dirty="0">
                <a:solidFill>
                  <a:srgbClr val="000000"/>
                </a:solidFill>
                <a:effectLst/>
                <a:latin typeface="游ゴシック" panose="020B0400000000000000" pitchFamily="50" charset="-128"/>
              </a:rPr>
              <a:t>効かない　通常</a:t>
            </a:r>
            <a:endParaRPr kumimoji="1" lang="en-US" altLang="ja-JP" sz="1800" b="1" i="0" u="none" strike="noStrike" kern="1200" dirty="0">
              <a:solidFill>
                <a:srgbClr val="000000"/>
              </a:solidFill>
              <a:effectLst/>
              <a:latin typeface="游ゴシック" panose="020B0400000000000000" pitchFamily="50" charset="-128"/>
            </a:endParaRPr>
          </a:p>
          <a:p>
            <a:pPr marL="0" algn="l" rtl="0" eaLnBrk="1" fontAlgn="t" latinLnBrk="0" hangingPunct="1">
              <a:spcBef>
                <a:spcPts val="0"/>
              </a:spcBef>
              <a:spcAft>
                <a:spcPts val="0"/>
              </a:spcAft>
            </a:pPr>
            <a:r>
              <a:rPr lang="ja-JP" altLang="en-US" b="1" dirty="0">
                <a:solidFill>
                  <a:srgbClr val="000000"/>
                </a:solidFill>
                <a:latin typeface="游ゴシック" panose="020B0400000000000000" pitchFamily="50" charset="-128"/>
              </a:rPr>
              <a:t>地面に沿って歩く</a:t>
            </a:r>
            <a:endParaRPr lang="en-US" altLang="ja-JP" b="1" dirty="0">
              <a:solidFill>
                <a:srgbClr val="000000"/>
              </a:solidFill>
              <a:latin typeface="游ゴシック" panose="020B0400000000000000" pitchFamily="50" charset="-128"/>
            </a:endParaRPr>
          </a:p>
          <a:p>
            <a:pPr marL="0" algn="l" rtl="0" eaLnBrk="1" fontAlgn="t" latinLnBrk="0" hangingPunct="1">
              <a:spcBef>
                <a:spcPts val="0"/>
              </a:spcBef>
              <a:spcAft>
                <a:spcPts val="0"/>
              </a:spcAft>
            </a:pPr>
            <a:r>
              <a:rPr lang="ja-JP" altLang="en-US" b="1" dirty="0">
                <a:solidFill>
                  <a:srgbClr val="000000"/>
                </a:solidFill>
                <a:latin typeface="游ゴシック" panose="020B0400000000000000" pitchFamily="50" charset="-128"/>
              </a:rPr>
              <a:t>壁やがけで折り返す</a:t>
            </a:r>
            <a:endParaRPr lang="en-US" altLang="ja-JP" b="1" dirty="0">
              <a:solidFill>
                <a:srgbClr val="000000"/>
              </a:solidFill>
              <a:latin typeface="游ゴシック" panose="020B0400000000000000" pitchFamily="50" charset="-128"/>
            </a:endParaRPr>
          </a:p>
          <a:p>
            <a:pPr fontAlgn="t"/>
            <a:r>
              <a:rPr lang="ja-JP" altLang="en-US" sz="1800" b="1" i="0" u="none" strike="noStrike" dirty="0">
                <a:effectLst/>
                <a:latin typeface="Arial" panose="020B0604020202020204" pitchFamily="34" charset="0"/>
              </a:rPr>
              <a:t>雷属性攻撃でしか倒せない</a:t>
            </a:r>
            <a:endParaRPr lang="ja-JP" altLang="ja-JP" sz="1800" b="1" i="0" u="none" strike="noStrike" dirty="0">
              <a:effectLst/>
              <a:latin typeface="Arial" panose="020B0604020202020204" pitchFamily="34" charset="0"/>
            </a:endParaRPr>
          </a:p>
          <a:p>
            <a:pPr marL="0" algn="l" rtl="0" eaLnBrk="1" fontAlgn="t" latinLnBrk="0" hangingPunct="1">
              <a:spcBef>
                <a:spcPts val="0"/>
              </a:spcBef>
              <a:spcAft>
                <a:spcPts val="0"/>
              </a:spcAft>
            </a:pPr>
            <a:endParaRPr lang="ja-JP" altLang="ja-JP" sz="1800" b="1" i="0" u="none" strike="noStrike" dirty="0">
              <a:effectLst/>
              <a:latin typeface="Arial" panose="020B0604020202020204" pitchFamily="34" charset="0"/>
            </a:endParaRPr>
          </a:p>
          <a:p>
            <a:pPr marL="0" algn="l" rtl="0" eaLnBrk="1" fontAlgn="t" latinLnBrk="0" hangingPunct="1">
              <a:spcBef>
                <a:spcPts val="0"/>
              </a:spcBef>
              <a:spcAft>
                <a:spcPts val="0"/>
              </a:spcAft>
            </a:pPr>
            <a:r>
              <a:rPr lang="ja-JP" altLang="en-US" b="1" dirty="0">
                <a:solidFill>
                  <a:srgbClr val="000000"/>
                </a:solidFill>
                <a:latin typeface="游ゴシック" panose="020B0400000000000000" pitchFamily="50" charset="-128"/>
              </a:rPr>
              <a:t>・</a:t>
            </a:r>
            <a:r>
              <a:rPr kumimoji="1" lang="ja-JP" altLang="ja-JP" sz="1800" b="1" i="0" u="none" strike="noStrike" kern="1200" dirty="0">
                <a:solidFill>
                  <a:srgbClr val="000000"/>
                </a:solidFill>
                <a:effectLst/>
                <a:latin typeface="游ゴシック" panose="020B0400000000000000" pitchFamily="50" charset="-128"/>
              </a:rPr>
              <a:t>氷</a:t>
            </a:r>
            <a:r>
              <a:rPr kumimoji="1" lang="ja-JP" altLang="en-US" sz="1800" b="1" i="0" u="none" strike="noStrike" kern="1200" dirty="0">
                <a:solidFill>
                  <a:srgbClr val="000000"/>
                </a:solidFill>
                <a:effectLst/>
                <a:latin typeface="游ゴシック" panose="020B0400000000000000" pitchFamily="50" charset="-128"/>
              </a:rPr>
              <a:t>しか</a:t>
            </a:r>
            <a:r>
              <a:rPr kumimoji="1" lang="ja-JP" altLang="ja-JP" sz="1800" b="1" i="0" u="none" strike="noStrike" kern="1200" dirty="0">
                <a:solidFill>
                  <a:srgbClr val="000000"/>
                </a:solidFill>
                <a:effectLst/>
                <a:latin typeface="游ゴシック" panose="020B0400000000000000" pitchFamily="50" charset="-128"/>
              </a:rPr>
              <a:t>効かない　通常</a:t>
            </a:r>
            <a:endParaRPr lang="en-US" altLang="ja-JP" b="1" dirty="0">
              <a:solidFill>
                <a:srgbClr val="000000"/>
              </a:solidFill>
              <a:latin typeface="游ゴシック" panose="020B0400000000000000" pitchFamily="50" charset="-128"/>
            </a:endParaRPr>
          </a:p>
          <a:p>
            <a:pPr marL="0" algn="l" rtl="0" eaLnBrk="1" fontAlgn="t" latinLnBrk="0" hangingPunct="1">
              <a:spcBef>
                <a:spcPts val="0"/>
              </a:spcBef>
              <a:spcAft>
                <a:spcPts val="0"/>
              </a:spcAft>
            </a:pPr>
            <a:r>
              <a:rPr lang="ja-JP" altLang="en-US" b="1" dirty="0">
                <a:solidFill>
                  <a:srgbClr val="000000"/>
                </a:solidFill>
                <a:latin typeface="游ゴシック" panose="020B0400000000000000" pitchFamily="50" charset="-128"/>
              </a:rPr>
              <a:t>地面に沿って歩く</a:t>
            </a:r>
            <a:endParaRPr lang="en-US" altLang="ja-JP" b="1" dirty="0">
              <a:solidFill>
                <a:srgbClr val="000000"/>
              </a:solidFill>
              <a:latin typeface="游ゴシック" panose="020B0400000000000000" pitchFamily="50" charset="-128"/>
            </a:endParaRPr>
          </a:p>
          <a:p>
            <a:pPr marL="0" algn="l" rtl="0" eaLnBrk="1" fontAlgn="t" latinLnBrk="0" hangingPunct="1">
              <a:spcBef>
                <a:spcPts val="0"/>
              </a:spcBef>
              <a:spcAft>
                <a:spcPts val="0"/>
              </a:spcAft>
            </a:pPr>
            <a:r>
              <a:rPr lang="ja-JP" altLang="en-US" b="1" dirty="0">
                <a:solidFill>
                  <a:srgbClr val="000000"/>
                </a:solidFill>
                <a:latin typeface="游ゴシック" panose="020B0400000000000000" pitchFamily="50" charset="-128"/>
              </a:rPr>
              <a:t>壁やがけで折り返す</a:t>
            </a:r>
            <a:endParaRPr lang="en-US" altLang="ja-JP" b="1" dirty="0">
              <a:solidFill>
                <a:srgbClr val="000000"/>
              </a:solidFill>
              <a:latin typeface="游ゴシック" panose="020B0400000000000000" pitchFamily="50" charset="-128"/>
            </a:endParaRPr>
          </a:p>
          <a:p>
            <a:pPr fontAlgn="t"/>
            <a:r>
              <a:rPr lang="ja-JP" altLang="en-US" sz="1800" b="1" i="0" u="none" strike="noStrike" dirty="0">
                <a:effectLst/>
                <a:latin typeface="Arial" panose="020B0604020202020204" pitchFamily="34" charset="0"/>
              </a:rPr>
              <a:t>氷属性攻撃でしか倒せない</a:t>
            </a:r>
            <a:endParaRPr lang="ja-JP" altLang="ja-JP" sz="1800" b="1" i="0" u="none" strike="noStrike" dirty="0">
              <a:effectLst/>
              <a:latin typeface="Arial" panose="020B0604020202020204" pitchFamily="34" charset="0"/>
            </a:endParaRPr>
          </a:p>
          <a:p>
            <a:pPr marL="0" algn="l" rtl="0" eaLnBrk="1" fontAlgn="t" latinLnBrk="0" hangingPunct="1">
              <a:spcBef>
                <a:spcPts val="0"/>
              </a:spcBef>
              <a:spcAft>
                <a:spcPts val="0"/>
              </a:spcAft>
            </a:pPr>
            <a:endParaRPr lang="en-US" altLang="ja-JP" b="1" dirty="0">
              <a:solidFill>
                <a:srgbClr val="000000"/>
              </a:solidFill>
              <a:latin typeface="游ゴシック" panose="020B0400000000000000" pitchFamily="50" charset="-128"/>
            </a:endParaRPr>
          </a:p>
        </p:txBody>
      </p:sp>
      <p:sp>
        <p:nvSpPr>
          <p:cNvPr id="4" name="テキスト ボックス 3">
            <a:extLst>
              <a:ext uri="{FF2B5EF4-FFF2-40B4-BE49-F238E27FC236}">
                <a16:creationId xmlns:a16="http://schemas.microsoft.com/office/drawing/2014/main" id="{A5C120F3-A542-4F15-A3EB-E0B6134D6715}"/>
              </a:ext>
            </a:extLst>
          </p:cNvPr>
          <p:cNvSpPr txBox="1"/>
          <p:nvPr/>
        </p:nvSpPr>
        <p:spPr>
          <a:xfrm>
            <a:off x="4103618" y="0"/>
            <a:ext cx="4570482" cy="3693319"/>
          </a:xfrm>
          <a:prstGeom prst="rect">
            <a:avLst/>
          </a:prstGeom>
          <a:noFill/>
        </p:spPr>
        <p:txBody>
          <a:bodyPr wrap="none" rtlCol="0">
            <a:spAutoFit/>
          </a:bodyPr>
          <a:lstStyle/>
          <a:p>
            <a:pPr fontAlgn="t"/>
            <a:r>
              <a:rPr kumimoji="1" lang="ja-JP" altLang="en-US" sz="1800" b="1" i="0" u="none" strike="noStrike" kern="1200" dirty="0">
                <a:solidFill>
                  <a:srgbClr val="000000"/>
                </a:solidFill>
                <a:effectLst/>
                <a:latin typeface="游ゴシック" panose="020B0400000000000000" pitchFamily="50" charset="-128"/>
              </a:rPr>
              <a:t>・</a:t>
            </a:r>
            <a:r>
              <a:rPr kumimoji="1" lang="ja-JP" altLang="ja-JP" sz="1800" b="1" i="0" u="none" strike="noStrike" kern="1200" dirty="0">
                <a:solidFill>
                  <a:srgbClr val="000000"/>
                </a:solidFill>
                <a:effectLst/>
                <a:latin typeface="游ゴシック" panose="020B0400000000000000" pitchFamily="50" charset="-128"/>
              </a:rPr>
              <a:t>飛んでくる</a:t>
            </a:r>
            <a:endParaRPr kumimoji="1" lang="en-US" altLang="ja-JP" sz="1800" b="1" i="0" u="none" strike="noStrike" kern="1200" dirty="0">
              <a:solidFill>
                <a:srgbClr val="000000"/>
              </a:solidFill>
              <a:effectLst/>
              <a:latin typeface="游ゴシック" panose="020B0400000000000000" pitchFamily="50" charset="-128"/>
            </a:endParaRPr>
          </a:p>
          <a:p>
            <a:pPr marL="0" algn="l" rtl="0" eaLnBrk="1" fontAlgn="t" latinLnBrk="0" hangingPunct="1">
              <a:spcBef>
                <a:spcPts val="0"/>
              </a:spcBef>
              <a:spcAft>
                <a:spcPts val="0"/>
              </a:spcAft>
            </a:pPr>
            <a:r>
              <a:rPr lang="ja-JP" altLang="en-US" b="1" dirty="0">
                <a:solidFill>
                  <a:srgbClr val="000000"/>
                </a:solidFill>
                <a:latin typeface="游ゴシック" panose="020B0400000000000000" pitchFamily="50" charset="-128"/>
              </a:rPr>
              <a:t>直線移動</a:t>
            </a:r>
            <a:endParaRPr lang="en-US" altLang="ja-JP" b="1" dirty="0">
              <a:solidFill>
                <a:srgbClr val="000000"/>
              </a:solidFill>
              <a:latin typeface="游ゴシック" panose="020B0400000000000000" pitchFamily="50" charset="-128"/>
            </a:endParaRPr>
          </a:p>
          <a:p>
            <a:pPr marL="0" algn="l" rtl="0" eaLnBrk="1" fontAlgn="t" latinLnBrk="0" hangingPunct="1">
              <a:spcBef>
                <a:spcPts val="0"/>
              </a:spcBef>
              <a:spcAft>
                <a:spcPts val="0"/>
              </a:spcAft>
            </a:pPr>
            <a:r>
              <a:rPr lang="ja-JP" altLang="en-US" b="1" dirty="0">
                <a:solidFill>
                  <a:srgbClr val="000000"/>
                </a:solidFill>
                <a:latin typeface="游ゴシック" panose="020B0400000000000000" pitchFamily="50" charset="-128"/>
              </a:rPr>
              <a:t>ステージの端から端まで移動して画面外へ</a:t>
            </a:r>
            <a:endParaRPr lang="en-US" altLang="ja-JP" b="1" dirty="0">
              <a:solidFill>
                <a:srgbClr val="000000"/>
              </a:solidFill>
              <a:latin typeface="游ゴシック" panose="020B0400000000000000" pitchFamily="50" charset="-128"/>
            </a:endParaRPr>
          </a:p>
          <a:p>
            <a:pPr marL="0" algn="l" rtl="0" eaLnBrk="1" fontAlgn="t" latinLnBrk="0" hangingPunct="1">
              <a:spcBef>
                <a:spcPts val="0"/>
              </a:spcBef>
              <a:spcAft>
                <a:spcPts val="0"/>
              </a:spcAft>
            </a:pPr>
            <a:endParaRPr lang="en-US" altLang="ja-JP" b="1" dirty="0">
              <a:solidFill>
                <a:srgbClr val="000000"/>
              </a:solidFill>
              <a:latin typeface="游ゴシック" panose="020B0400000000000000" pitchFamily="50" charset="-128"/>
            </a:endParaRPr>
          </a:p>
          <a:p>
            <a:pPr fontAlgn="t"/>
            <a:r>
              <a:rPr kumimoji="1" lang="ja-JP" altLang="en-US" sz="1800" b="1" i="0" u="none" strike="noStrike" kern="1200" dirty="0">
                <a:solidFill>
                  <a:srgbClr val="000000"/>
                </a:solidFill>
                <a:effectLst/>
                <a:latin typeface="游ゴシック" panose="020B0400000000000000" pitchFamily="50" charset="-128"/>
              </a:rPr>
              <a:t>・</a:t>
            </a:r>
            <a:r>
              <a:rPr kumimoji="1" lang="ja-JP" altLang="ja-JP" sz="1800" b="1" i="0" u="none" strike="noStrike" kern="1200" dirty="0">
                <a:solidFill>
                  <a:srgbClr val="000000"/>
                </a:solidFill>
                <a:effectLst/>
                <a:latin typeface="游ゴシック" panose="020B0400000000000000" pitchFamily="50" charset="-128"/>
              </a:rPr>
              <a:t>飛んでくる</a:t>
            </a:r>
            <a:endParaRPr kumimoji="1" lang="en-US" altLang="ja-JP" sz="1800" b="1" i="0" u="none" strike="noStrike" kern="1200" dirty="0">
              <a:solidFill>
                <a:srgbClr val="000000"/>
              </a:solidFill>
              <a:effectLst/>
              <a:latin typeface="游ゴシック" panose="020B0400000000000000" pitchFamily="50" charset="-128"/>
            </a:endParaRPr>
          </a:p>
          <a:p>
            <a:pPr marL="0" algn="l" rtl="0" eaLnBrk="1" fontAlgn="t" latinLnBrk="0" hangingPunct="1">
              <a:spcBef>
                <a:spcPts val="0"/>
              </a:spcBef>
              <a:spcAft>
                <a:spcPts val="0"/>
              </a:spcAft>
            </a:pPr>
            <a:r>
              <a:rPr lang="ja-JP" altLang="en-US" b="1" dirty="0">
                <a:solidFill>
                  <a:srgbClr val="000000"/>
                </a:solidFill>
                <a:latin typeface="游ゴシック" panose="020B0400000000000000" pitchFamily="50" charset="-128"/>
              </a:rPr>
              <a:t>円移動</a:t>
            </a:r>
            <a:endParaRPr lang="en-US" altLang="ja-JP" b="1" dirty="0">
              <a:solidFill>
                <a:srgbClr val="000000"/>
              </a:solidFill>
              <a:latin typeface="游ゴシック" panose="020B0400000000000000" pitchFamily="50" charset="-128"/>
            </a:endParaRPr>
          </a:p>
          <a:p>
            <a:pPr fontAlgn="t"/>
            <a:r>
              <a:rPr lang="ja-JP" altLang="en-US" b="1" dirty="0">
                <a:solidFill>
                  <a:srgbClr val="000000"/>
                </a:solidFill>
                <a:latin typeface="游ゴシック" panose="020B0400000000000000" pitchFamily="50" charset="-128"/>
              </a:rPr>
              <a:t>ステージの端から端まで移動して画面外へ</a:t>
            </a:r>
            <a:endParaRPr lang="en-US" altLang="ja-JP" b="1" dirty="0">
              <a:solidFill>
                <a:srgbClr val="000000"/>
              </a:solidFill>
              <a:latin typeface="游ゴシック" panose="020B0400000000000000" pitchFamily="50" charset="-128"/>
            </a:endParaRPr>
          </a:p>
          <a:p>
            <a:pPr fontAlgn="t"/>
            <a:endParaRPr lang="en-US" altLang="ja-JP" b="1" dirty="0">
              <a:solidFill>
                <a:srgbClr val="000000"/>
              </a:solidFill>
              <a:latin typeface="游ゴシック" panose="020B0400000000000000" pitchFamily="50" charset="-128"/>
            </a:endParaRPr>
          </a:p>
          <a:p>
            <a:pPr fontAlgn="t"/>
            <a:r>
              <a:rPr kumimoji="1" lang="ja-JP" altLang="en-US" sz="1800" b="1" i="0" u="none" strike="noStrike" kern="1200" dirty="0">
                <a:solidFill>
                  <a:srgbClr val="000000"/>
                </a:solidFill>
                <a:effectLst/>
                <a:latin typeface="游ゴシック" panose="020B0400000000000000" pitchFamily="50" charset="-128"/>
              </a:rPr>
              <a:t>・通常　歩いてくる</a:t>
            </a:r>
            <a:r>
              <a:rPr kumimoji="1" lang="en-US" altLang="ja-JP" sz="1800" b="1" i="0" u="none" strike="noStrike" kern="1200" dirty="0">
                <a:solidFill>
                  <a:srgbClr val="000000"/>
                </a:solidFill>
                <a:effectLst/>
                <a:latin typeface="游ゴシック" panose="020B0400000000000000" pitchFamily="50" charset="-128"/>
              </a:rPr>
              <a:t>(</a:t>
            </a:r>
            <a:r>
              <a:rPr kumimoji="1" lang="ja-JP" altLang="en-US" sz="1800" b="1" i="0" u="none" strike="noStrike" kern="1200" dirty="0">
                <a:solidFill>
                  <a:srgbClr val="000000"/>
                </a:solidFill>
                <a:effectLst/>
                <a:latin typeface="游ゴシック" panose="020B0400000000000000" pitchFamily="50" charset="-128"/>
              </a:rPr>
              <a:t>踏んで倒せない</a:t>
            </a:r>
            <a:r>
              <a:rPr kumimoji="1" lang="en-US" altLang="ja-JP" sz="1800" b="1" i="0" u="none" strike="noStrike" kern="1200" dirty="0">
                <a:solidFill>
                  <a:srgbClr val="000000"/>
                </a:solidFill>
                <a:effectLst/>
                <a:latin typeface="游ゴシック" panose="020B0400000000000000" pitchFamily="50" charset="-128"/>
              </a:rPr>
              <a:t>)</a:t>
            </a:r>
          </a:p>
          <a:p>
            <a:pPr marL="0" algn="l" rtl="0" eaLnBrk="1" fontAlgn="t" latinLnBrk="0" hangingPunct="1">
              <a:spcBef>
                <a:spcPts val="0"/>
              </a:spcBef>
              <a:spcAft>
                <a:spcPts val="0"/>
              </a:spcAft>
            </a:pPr>
            <a:r>
              <a:rPr lang="ja-JP" altLang="en-US" b="1" dirty="0">
                <a:solidFill>
                  <a:srgbClr val="000000"/>
                </a:solidFill>
                <a:latin typeface="游ゴシック" panose="020B0400000000000000" pitchFamily="50" charset="-128"/>
              </a:rPr>
              <a:t>地面に沿って歩く</a:t>
            </a:r>
            <a:endParaRPr lang="en-US" altLang="ja-JP" b="1" dirty="0">
              <a:solidFill>
                <a:srgbClr val="000000"/>
              </a:solidFill>
              <a:latin typeface="游ゴシック" panose="020B0400000000000000" pitchFamily="50" charset="-128"/>
            </a:endParaRPr>
          </a:p>
          <a:p>
            <a:pPr marL="0" algn="l" rtl="0" eaLnBrk="1" fontAlgn="t" latinLnBrk="0" hangingPunct="1">
              <a:spcBef>
                <a:spcPts val="0"/>
              </a:spcBef>
              <a:spcAft>
                <a:spcPts val="0"/>
              </a:spcAft>
            </a:pPr>
            <a:r>
              <a:rPr lang="ja-JP" altLang="en-US" b="1" dirty="0">
                <a:solidFill>
                  <a:srgbClr val="000000"/>
                </a:solidFill>
                <a:latin typeface="游ゴシック" panose="020B0400000000000000" pitchFamily="50" charset="-128"/>
              </a:rPr>
              <a:t>壁やがけで折り返す</a:t>
            </a:r>
            <a:endParaRPr lang="en-US" altLang="ja-JP" b="1" dirty="0">
              <a:solidFill>
                <a:srgbClr val="000000"/>
              </a:solidFill>
              <a:latin typeface="游ゴシック" panose="020B0400000000000000" pitchFamily="50" charset="-128"/>
            </a:endParaRPr>
          </a:p>
          <a:p>
            <a:pPr marL="0" algn="l" rtl="0" eaLnBrk="1" fontAlgn="t" latinLnBrk="0" hangingPunct="1">
              <a:spcBef>
                <a:spcPts val="0"/>
              </a:spcBef>
              <a:spcAft>
                <a:spcPts val="0"/>
              </a:spcAft>
            </a:pPr>
            <a:r>
              <a:rPr lang="ja-JP" altLang="en-US" sz="1800" b="1" i="0" u="none" strike="noStrike" dirty="0">
                <a:effectLst/>
                <a:latin typeface="Arial" panose="020B0604020202020204" pitchFamily="34" charset="0"/>
              </a:rPr>
              <a:t>属性攻撃でしか倒せない</a:t>
            </a:r>
            <a:endParaRPr lang="ja-JP" altLang="ja-JP" sz="1800" b="1" i="0" u="none" strike="noStrike" dirty="0">
              <a:effectLst/>
              <a:latin typeface="Arial" panose="020B0604020202020204" pitchFamily="34" charset="0"/>
            </a:endParaRPr>
          </a:p>
          <a:p>
            <a:endParaRPr kumimoji="1" lang="ja-JP" altLang="en-US" dirty="0"/>
          </a:p>
        </p:txBody>
      </p:sp>
    </p:spTree>
    <p:extLst>
      <p:ext uri="{BB962C8B-B14F-4D97-AF65-F5344CB8AC3E}">
        <p14:creationId xmlns:p14="http://schemas.microsoft.com/office/powerpoint/2010/main" val="12377064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 6">
            <a:extLst>
              <a:ext uri="{FF2B5EF4-FFF2-40B4-BE49-F238E27FC236}">
                <a16:creationId xmlns:a16="http://schemas.microsoft.com/office/drawing/2014/main" id="{6E09C39A-D011-4DC0-877A-8E49B28B4529}"/>
              </a:ext>
            </a:extLst>
          </p:cNvPr>
          <p:cNvGraphicFramePr>
            <a:graphicFrameLocks noGrp="1"/>
          </p:cNvGraphicFramePr>
          <p:nvPr>
            <p:extLst>
              <p:ext uri="{D42A27DB-BD31-4B8C-83A1-F6EECF244321}">
                <p14:modId xmlns:p14="http://schemas.microsoft.com/office/powerpoint/2010/main" val="2211716822"/>
              </p:ext>
            </p:extLst>
          </p:nvPr>
        </p:nvGraphicFramePr>
        <p:xfrm>
          <a:off x="304800" y="381000"/>
          <a:ext cx="10185399" cy="2956560"/>
        </p:xfrm>
        <a:graphic>
          <a:graphicData uri="http://schemas.openxmlformats.org/drawingml/2006/table">
            <a:tbl>
              <a:tblPr firstRow="1" bandRow="1">
                <a:tableStyleId>{5C22544A-7EE6-4342-B048-85BDC9FD1C3A}</a:tableStyleId>
              </a:tblPr>
              <a:tblGrid>
                <a:gridCol w="1406065">
                  <a:extLst>
                    <a:ext uri="{9D8B030D-6E8A-4147-A177-3AD203B41FA5}">
                      <a16:colId xmlns:a16="http://schemas.microsoft.com/office/drawing/2014/main" val="2966044095"/>
                    </a:ext>
                  </a:extLst>
                </a:gridCol>
                <a:gridCol w="4389667">
                  <a:extLst>
                    <a:ext uri="{9D8B030D-6E8A-4147-A177-3AD203B41FA5}">
                      <a16:colId xmlns:a16="http://schemas.microsoft.com/office/drawing/2014/main" val="3060233219"/>
                    </a:ext>
                  </a:extLst>
                </a:gridCol>
                <a:gridCol w="4389667">
                  <a:extLst>
                    <a:ext uri="{9D8B030D-6E8A-4147-A177-3AD203B41FA5}">
                      <a16:colId xmlns:a16="http://schemas.microsoft.com/office/drawing/2014/main" val="1556886084"/>
                    </a:ext>
                  </a:extLst>
                </a:gridCol>
              </a:tblGrid>
              <a:tr h="353906">
                <a:tc>
                  <a:txBody>
                    <a:bodyPr/>
                    <a:lstStyle/>
                    <a:p>
                      <a:r>
                        <a:rPr kumimoji="1" lang="ja-JP" altLang="en-US" dirty="0"/>
                        <a:t>属性</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1" dirty="0"/>
                        <a:t>属性の効果</a:t>
                      </a:r>
                      <a:endParaRPr kumimoji="1" lang="en-US" altLang="ja-JP" sz="1800" b="1" dirty="0"/>
                    </a:p>
                  </a:txBody>
                  <a:tcPr/>
                </a:tc>
                <a:tc>
                  <a:txBody>
                    <a:bodyPr/>
                    <a:lstStyle/>
                    <a:p>
                      <a:r>
                        <a:rPr kumimoji="1" lang="ja-JP" altLang="en-US" dirty="0"/>
                        <a:t>仕様</a:t>
                      </a:r>
                    </a:p>
                  </a:txBody>
                  <a:tcPr/>
                </a:tc>
                <a:extLst>
                  <a:ext uri="{0D108BD9-81ED-4DB2-BD59-A6C34878D82A}">
                    <a16:rowId xmlns:a16="http://schemas.microsoft.com/office/drawing/2014/main" val="4075481877"/>
                  </a:ext>
                </a:extLst>
              </a:tr>
              <a:tr h="370840">
                <a:tc>
                  <a:txBody>
                    <a:bodyPr/>
                    <a:lstStyle/>
                    <a:p>
                      <a:r>
                        <a:rPr kumimoji="1" lang="ja-JP" altLang="en-US" b="1" dirty="0"/>
                        <a:t>火</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800" b="1" dirty="0"/>
                        <a:t>燃やす　温める</a:t>
                      </a:r>
                      <a:endParaRPr lang="en-US" altLang="ja-JP" sz="1800" b="1" dirty="0"/>
                    </a:p>
                  </a:txBody>
                  <a:tcPr/>
                </a:tc>
                <a:tc>
                  <a:txBody>
                    <a:bodyPr/>
                    <a:lstStyle/>
                    <a:p>
                      <a:r>
                        <a:rPr kumimoji="1" lang="ja-JP" altLang="en-US" b="1" dirty="0"/>
                        <a:t>プレイヤーの前方に火の玉を撃つ</a:t>
                      </a:r>
                    </a:p>
                  </a:txBody>
                  <a:tcPr/>
                </a:tc>
                <a:extLst>
                  <a:ext uri="{0D108BD9-81ED-4DB2-BD59-A6C34878D82A}">
                    <a16:rowId xmlns:a16="http://schemas.microsoft.com/office/drawing/2014/main" val="2310774278"/>
                  </a:ext>
                </a:extLst>
              </a:tr>
              <a:tr h="370840">
                <a:tc>
                  <a:txBody>
                    <a:bodyPr/>
                    <a:lstStyle/>
                    <a:p>
                      <a:r>
                        <a:rPr kumimoji="1" lang="ja-JP" altLang="en-US" b="1" dirty="0"/>
                        <a:t>水</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1" dirty="0"/>
                        <a:t>指定した方向に水を流す</a:t>
                      </a:r>
                      <a:endParaRPr kumimoji="1" lang="en-US" altLang="ja-JP" sz="1800" b="1" dirty="0"/>
                    </a:p>
                  </a:txBody>
                  <a:tcPr/>
                </a:tc>
                <a:tc>
                  <a:txBody>
                    <a:bodyPr/>
                    <a:lstStyle/>
                    <a:p>
                      <a:endParaRPr kumimoji="1" lang="ja-JP" altLang="en-US"/>
                    </a:p>
                  </a:txBody>
                  <a:tcPr/>
                </a:tc>
                <a:extLst>
                  <a:ext uri="{0D108BD9-81ED-4DB2-BD59-A6C34878D82A}">
                    <a16:rowId xmlns:a16="http://schemas.microsoft.com/office/drawing/2014/main" val="796295102"/>
                  </a:ext>
                </a:extLst>
              </a:tr>
              <a:tr h="370840">
                <a:tc>
                  <a:txBody>
                    <a:bodyPr/>
                    <a:lstStyle/>
                    <a:p>
                      <a:r>
                        <a:rPr kumimoji="1" lang="ja-JP" altLang="en-US" b="1" dirty="0"/>
                        <a:t>雷</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800" b="1" dirty="0"/>
                        <a:t>雷を落とす　電流を流す</a:t>
                      </a:r>
                      <a:endParaRPr lang="en-US" altLang="ja-JP" sz="1800" b="1" dirty="0"/>
                    </a:p>
                  </a:txBody>
                  <a:tcPr/>
                </a:tc>
                <a:tc>
                  <a:txBody>
                    <a:bodyPr/>
                    <a:lstStyle/>
                    <a:p>
                      <a:r>
                        <a:rPr kumimoji="1" lang="ja-JP" altLang="en-US" b="1" dirty="0"/>
                        <a:t>プレイヤーから一定範囲内に自由に落雷</a:t>
                      </a:r>
                    </a:p>
                  </a:txBody>
                  <a:tcPr/>
                </a:tc>
                <a:extLst>
                  <a:ext uri="{0D108BD9-81ED-4DB2-BD59-A6C34878D82A}">
                    <a16:rowId xmlns:a16="http://schemas.microsoft.com/office/drawing/2014/main" val="3046145997"/>
                  </a:ext>
                </a:extLst>
              </a:tr>
              <a:tr h="370840">
                <a:tc>
                  <a:txBody>
                    <a:bodyPr/>
                    <a:lstStyle/>
                    <a:p>
                      <a:r>
                        <a:rPr kumimoji="1" lang="ja-JP" altLang="en-US" b="1" dirty="0"/>
                        <a:t>風</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1" dirty="0"/>
                        <a:t>指定した方向に風を起こす</a:t>
                      </a:r>
                      <a:endParaRPr kumimoji="1" lang="en-US" altLang="ja-JP" sz="1800" b="1" dirty="0"/>
                    </a:p>
                  </a:txBody>
                  <a:tcPr/>
                </a:tc>
                <a:tc>
                  <a:txBody>
                    <a:bodyPr/>
                    <a:lstStyle/>
                    <a:p>
                      <a:endParaRPr kumimoji="1" lang="ja-JP" altLang="en-US"/>
                    </a:p>
                  </a:txBody>
                  <a:tcPr/>
                </a:tc>
                <a:extLst>
                  <a:ext uri="{0D108BD9-81ED-4DB2-BD59-A6C34878D82A}">
                    <a16:rowId xmlns:a16="http://schemas.microsoft.com/office/drawing/2014/main" val="1205749493"/>
                  </a:ext>
                </a:extLst>
              </a:tr>
              <a:tr h="359834">
                <a:tc>
                  <a:txBody>
                    <a:bodyPr/>
                    <a:lstStyle/>
                    <a:p>
                      <a:r>
                        <a:rPr kumimoji="1" lang="ja-JP" altLang="en-US" b="1" dirty="0"/>
                        <a:t>土</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800" b="1" dirty="0"/>
                        <a:t>土を出す</a:t>
                      </a:r>
                      <a:endParaRPr lang="en-US" altLang="ja-JP" sz="1800" b="1" dirty="0"/>
                    </a:p>
                  </a:txBody>
                  <a:tcPr/>
                </a:tc>
                <a:tc>
                  <a:txBody>
                    <a:bodyPr/>
                    <a:lstStyle/>
                    <a:p>
                      <a:endParaRPr kumimoji="1" lang="ja-JP" altLang="en-US" dirty="0"/>
                    </a:p>
                  </a:txBody>
                  <a:tcPr/>
                </a:tc>
                <a:extLst>
                  <a:ext uri="{0D108BD9-81ED-4DB2-BD59-A6C34878D82A}">
                    <a16:rowId xmlns:a16="http://schemas.microsoft.com/office/drawing/2014/main" val="2677047475"/>
                  </a:ext>
                </a:extLst>
              </a:tr>
              <a:tr h="370840">
                <a:tc>
                  <a:txBody>
                    <a:bodyPr/>
                    <a:lstStyle/>
                    <a:p>
                      <a:r>
                        <a:rPr kumimoji="1" lang="ja-JP" altLang="en-US" b="1" dirty="0"/>
                        <a:t>氷</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1" dirty="0"/>
                        <a:t>凍らせる　冷やす</a:t>
                      </a:r>
                      <a:endParaRPr kumimoji="1" lang="en-US" altLang="ja-JP" sz="1800" b="1" dirty="0"/>
                    </a:p>
                  </a:txBody>
                  <a:tcPr/>
                </a:tc>
                <a:tc>
                  <a:txBody>
                    <a:bodyPr/>
                    <a:lstStyle/>
                    <a:p>
                      <a:r>
                        <a:rPr kumimoji="1" lang="ja-JP" altLang="en-US" b="1" dirty="0"/>
                        <a:t>プレイヤーを中心に範囲攻撃</a:t>
                      </a:r>
                    </a:p>
                  </a:txBody>
                  <a:tcPr/>
                </a:tc>
                <a:extLst>
                  <a:ext uri="{0D108BD9-81ED-4DB2-BD59-A6C34878D82A}">
                    <a16:rowId xmlns:a16="http://schemas.microsoft.com/office/drawing/2014/main" val="3994976511"/>
                  </a:ext>
                </a:extLst>
              </a:tr>
              <a:tr h="370840">
                <a:tc>
                  <a:txBody>
                    <a:bodyPr/>
                    <a:lstStyle/>
                    <a:p>
                      <a:r>
                        <a:rPr kumimoji="1" lang="ja-JP" altLang="en-US" b="1" dirty="0"/>
                        <a:t>金属</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800" b="1" dirty="0"/>
                        <a:t>金属を生成</a:t>
                      </a:r>
                      <a:endParaRPr lang="en-US" altLang="ja-JP" sz="1800" b="1" dirty="0"/>
                    </a:p>
                  </a:txBody>
                  <a:tcPr/>
                </a:tc>
                <a:tc>
                  <a:txBody>
                    <a:bodyPr/>
                    <a:lstStyle/>
                    <a:p>
                      <a:r>
                        <a:rPr kumimoji="1" lang="ja-JP" altLang="en-US" b="1" dirty="0"/>
                        <a:t>武器を生成して攻撃</a:t>
                      </a:r>
                      <a:r>
                        <a:rPr kumimoji="1" lang="en-US" altLang="ja-JP" b="1" dirty="0"/>
                        <a:t>(</a:t>
                      </a:r>
                      <a:r>
                        <a:rPr kumimoji="1" lang="ja-JP" altLang="en-US" b="1" dirty="0"/>
                        <a:t>リーチが伸びる</a:t>
                      </a:r>
                      <a:r>
                        <a:rPr kumimoji="1" lang="en-US" altLang="ja-JP" b="1" dirty="0"/>
                        <a:t>)</a:t>
                      </a:r>
                      <a:endParaRPr kumimoji="1" lang="ja-JP" altLang="en-US" b="1" dirty="0"/>
                    </a:p>
                  </a:txBody>
                  <a:tcPr/>
                </a:tc>
                <a:extLst>
                  <a:ext uri="{0D108BD9-81ED-4DB2-BD59-A6C34878D82A}">
                    <a16:rowId xmlns:a16="http://schemas.microsoft.com/office/drawing/2014/main" val="1480996127"/>
                  </a:ext>
                </a:extLst>
              </a:tr>
            </a:tbl>
          </a:graphicData>
        </a:graphic>
      </p:graphicFrame>
    </p:spTree>
    <p:extLst>
      <p:ext uri="{BB962C8B-B14F-4D97-AF65-F5344CB8AC3E}">
        <p14:creationId xmlns:p14="http://schemas.microsoft.com/office/powerpoint/2010/main" val="6771738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2">
            <a:extLst>
              <a:ext uri="{FF2B5EF4-FFF2-40B4-BE49-F238E27FC236}">
                <a16:creationId xmlns:a16="http://schemas.microsoft.com/office/drawing/2014/main" id="{B9CDE8D6-11CB-43A1-8517-E9E3CAE571DD}"/>
              </a:ext>
            </a:extLst>
          </p:cNvPr>
          <p:cNvGraphicFramePr>
            <a:graphicFrameLocks noGrp="1"/>
          </p:cNvGraphicFramePr>
          <p:nvPr>
            <p:extLst>
              <p:ext uri="{D42A27DB-BD31-4B8C-83A1-F6EECF244321}">
                <p14:modId xmlns:p14="http://schemas.microsoft.com/office/powerpoint/2010/main" val="1386711181"/>
              </p:ext>
            </p:extLst>
          </p:nvPr>
        </p:nvGraphicFramePr>
        <p:xfrm>
          <a:off x="177800" y="186266"/>
          <a:ext cx="8089900" cy="296672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054730234"/>
                    </a:ext>
                  </a:extLst>
                </a:gridCol>
                <a:gridCol w="4025900">
                  <a:extLst>
                    <a:ext uri="{9D8B030D-6E8A-4147-A177-3AD203B41FA5}">
                      <a16:colId xmlns:a16="http://schemas.microsoft.com/office/drawing/2014/main" val="923094515"/>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1" dirty="0"/>
                        <a:t>属性の掛け合わせ</a:t>
                      </a:r>
                      <a:r>
                        <a:rPr kumimoji="1" lang="en-US" altLang="ja-JP" sz="1800" b="1" dirty="0"/>
                        <a:t>(</a:t>
                      </a:r>
                      <a:r>
                        <a:rPr kumimoji="1" lang="ja-JP" altLang="en-US" sz="1800" b="1" dirty="0"/>
                        <a:t>２属性</a:t>
                      </a:r>
                      <a:r>
                        <a:rPr kumimoji="1" lang="en-US" altLang="ja-JP" sz="1800" b="1" dirty="0"/>
                        <a:t>)</a:t>
                      </a:r>
                    </a:p>
                  </a:txBody>
                  <a:tcPr/>
                </a:tc>
                <a:tc>
                  <a:txBody>
                    <a:bodyPr/>
                    <a:lstStyle/>
                    <a:p>
                      <a:endParaRPr kumimoji="1" lang="ja-JP" altLang="en-US"/>
                    </a:p>
                  </a:txBody>
                  <a:tcPr/>
                </a:tc>
                <a:extLst>
                  <a:ext uri="{0D108BD9-81ED-4DB2-BD59-A6C34878D82A}">
                    <a16:rowId xmlns:a16="http://schemas.microsoft.com/office/drawing/2014/main" val="885958353"/>
                  </a:ext>
                </a:extLst>
              </a:tr>
              <a:tr h="370840">
                <a:tc>
                  <a:txBody>
                    <a:bodyPr/>
                    <a:lstStyle/>
                    <a:p>
                      <a:r>
                        <a:rPr lang="ja-JP" altLang="en-US" sz="1800" b="1" dirty="0"/>
                        <a:t>火</a:t>
                      </a:r>
                      <a:r>
                        <a:rPr lang="en-US" altLang="ja-JP" sz="1800" b="1" dirty="0"/>
                        <a:t>×</a:t>
                      </a:r>
                      <a:r>
                        <a:rPr lang="ja-JP" altLang="en-US" sz="1800" b="1" dirty="0"/>
                        <a:t>風</a:t>
                      </a:r>
                      <a:endParaRPr kumimoji="1" lang="ja-JP" altLang="en-US" dirty="0"/>
                    </a:p>
                  </a:txBody>
                  <a:tcPr/>
                </a:tc>
                <a:tc>
                  <a:txBody>
                    <a:bodyPr/>
                    <a:lstStyle/>
                    <a:p>
                      <a:r>
                        <a:rPr lang="ja-JP" altLang="en-US" sz="1800" b="1" dirty="0"/>
                        <a:t>火を燃え広がらせる</a:t>
                      </a:r>
                      <a:endParaRPr kumimoji="1" lang="ja-JP" altLang="en-US" dirty="0"/>
                    </a:p>
                  </a:txBody>
                  <a:tcPr/>
                </a:tc>
                <a:extLst>
                  <a:ext uri="{0D108BD9-81ED-4DB2-BD59-A6C34878D82A}">
                    <a16:rowId xmlns:a16="http://schemas.microsoft.com/office/drawing/2014/main" val="809933234"/>
                  </a:ext>
                </a:extLst>
              </a:tr>
              <a:tr h="370840">
                <a:tc>
                  <a:txBody>
                    <a:bodyPr/>
                    <a:lstStyle/>
                    <a:p>
                      <a:r>
                        <a:rPr lang="ja-JP" altLang="en-US" sz="1800" b="1" dirty="0"/>
                        <a:t>火</a:t>
                      </a:r>
                      <a:r>
                        <a:rPr lang="en-US" altLang="ja-JP" sz="1800" b="1" dirty="0"/>
                        <a:t>×</a:t>
                      </a:r>
                      <a:r>
                        <a:rPr lang="ja-JP" altLang="en-US" sz="1800" b="1" dirty="0"/>
                        <a:t>氷</a:t>
                      </a:r>
                      <a:endParaRPr kumimoji="1" lang="ja-JP" altLang="en-US" dirty="0"/>
                    </a:p>
                  </a:txBody>
                  <a:tcPr/>
                </a:tc>
                <a:tc>
                  <a:txBody>
                    <a:bodyPr/>
                    <a:lstStyle/>
                    <a:p>
                      <a:r>
                        <a:rPr lang="ja-JP" altLang="en-US" sz="1800" b="1" dirty="0"/>
                        <a:t>氷を溶かして水を出す</a:t>
                      </a:r>
                      <a:endParaRPr kumimoji="1" lang="ja-JP" altLang="en-US" dirty="0"/>
                    </a:p>
                  </a:txBody>
                  <a:tcPr/>
                </a:tc>
                <a:extLst>
                  <a:ext uri="{0D108BD9-81ED-4DB2-BD59-A6C34878D82A}">
                    <a16:rowId xmlns:a16="http://schemas.microsoft.com/office/drawing/2014/main" val="3206244502"/>
                  </a:ext>
                </a:extLst>
              </a:tr>
              <a:tr h="370840">
                <a:tc>
                  <a:txBody>
                    <a:bodyPr/>
                    <a:lstStyle/>
                    <a:p>
                      <a:r>
                        <a:rPr lang="ja-JP" altLang="en-US" sz="1800" b="1" dirty="0"/>
                        <a:t>水</a:t>
                      </a:r>
                      <a:r>
                        <a:rPr lang="en-US" altLang="ja-JP" sz="1800" b="1" dirty="0"/>
                        <a:t>×</a:t>
                      </a:r>
                      <a:r>
                        <a:rPr lang="ja-JP" altLang="en-US" sz="1800" b="1" dirty="0"/>
                        <a:t>雷</a:t>
                      </a:r>
                      <a:endParaRPr kumimoji="1" lang="ja-JP" altLang="en-US" dirty="0"/>
                    </a:p>
                  </a:txBody>
                  <a:tcPr/>
                </a:tc>
                <a:tc>
                  <a:txBody>
                    <a:bodyPr/>
                    <a:lstStyle/>
                    <a:p>
                      <a:r>
                        <a:rPr lang="ja-JP" altLang="en-US" sz="1800" b="1" dirty="0"/>
                        <a:t>帯電</a:t>
                      </a:r>
                      <a:endParaRPr kumimoji="1" lang="ja-JP" altLang="en-US" dirty="0"/>
                    </a:p>
                  </a:txBody>
                  <a:tcPr/>
                </a:tc>
                <a:extLst>
                  <a:ext uri="{0D108BD9-81ED-4DB2-BD59-A6C34878D82A}">
                    <a16:rowId xmlns:a16="http://schemas.microsoft.com/office/drawing/2014/main" val="2493297055"/>
                  </a:ext>
                </a:extLst>
              </a:tr>
              <a:tr h="370840">
                <a:tc>
                  <a:txBody>
                    <a:bodyPr/>
                    <a:lstStyle/>
                    <a:p>
                      <a:r>
                        <a:rPr lang="ja-JP" altLang="en-US" sz="1800" b="1" dirty="0"/>
                        <a:t>水</a:t>
                      </a:r>
                      <a:r>
                        <a:rPr lang="en-US" altLang="ja-JP" sz="1800" b="1" dirty="0"/>
                        <a:t>×</a:t>
                      </a:r>
                      <a:r>
                        <a:rPr lang="ja-JP" altLang="en-US" sz="1800" b="1" dirty="0"/>
                        <a:t>氷</a:t>
                      </a:r>
                      <a:endParaRPr kumimoji="1" lang="ja-JP" altLang="en-US" dirty="0"/>
                    </a:p>
                  </a:txBody>
                  <a:tcPr/>
                </a:tc>
                <a:tc>
                  <a:txBody>
                    <a:bodyPr/>
                    <a:lstStyle/>
                    <a:p>
                      <a:r>
                        <a:rPr lang="ja-JP" altLang="en-US" sz="1800" b="1" dirty="0"/>
                        <a:t>水を凍らせる</a:t>
                      </a:r>
                      <a:endParaRPr kumimoji="1" lang="ja-JP" altLang="en-US" dirty="0"/>
                    </a:p>
                  </a:txBody>
                  <a:tcPr/>
                </a:tc>
                <a:extLst>
                  <a:ext uri="{0D108BD9-81ED-4DB2-BD59-A6C34878D82A}">
                    <a16:rowId xmlns:a16="http://schemas.microsoft.com/office/drawing/2014/main" val="925131871"/>
                  </a:ext>
                </a:extLst>
              </a:tr>
              <a:tr h="370840">
                <a:tc>
                  <a:txBody>
                    <a:bodyPr/>
                    <a:lstStyle/>
                    <a:p>
                      <a:r>
                        <a:rPr lang="ja-JP" altLang="en-US" sz="1800" b="1" dirty="0"/>
                        <a:t>雷</a:t>
                      </a:r>
                      <a:r>
                        <a:rPr lang="en-US" altLang="ja-JP" sz="1800" b="1" dirty="0"/>
                        <a:t>×</a:t>
                      </a:r>
                      <a:r>
                        <a:rPr lang="ja-JP" altLang="en-US" sz="1800" b="1" dirty="0"/>
                        <a:t>金属　</a:t>
                      </a:r>
                      <a:endParaRPr kumimoji="1" lang="ja-JP" altLang="en-US" dirty="0"/>
                    </a:p>
                  </a:txBody>
                  <a:tcPr/>
                </a:tc>
                <a:tc>
                  <a:txBody>
                    <a:bodyPr/>
                    <a:lstStyle/>
                    <a:p>
                      <a:r>
                        <a:rPr lang="ja-JP" altLang="en-US" sz="1800" b="1" dirty="0"/>
                        <a:t>指定した場所に雷を落とす</a:t>
                      </a:r>
                      <a:endParaRPr kumimoji="1" lang="ja-JP" altLang="en-US" dirty="0"/>
                    </a:p>
                  </a:txBody>
                  <a:tcPr/>
                </a:tc>
                <a:extLst>
                  <a:ext uri="{0D108BD9-81ED-4DB2-BD59-A6C34878D82A}">
                    <a16:rowId xmlns:a16="http://schemas.microsoft.com/office/drawing/2014/main" val="1925619203"/>
                  </a:ext>
                </a:extLst>
              </a:tr>
              <a:tr h="370840">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3406983387"/>
                  </a:ext>
                </a:extLst>
              </a:tr>
              <a:tr h="370840">
                <a:tc>
                  <a:txBody>
                    <a:bodyPr/>
                    <a:lstStyle/>
                    <a:p>
                      <a:endParaRPr kumimoji="1" lang="ja-JP" altLang="en-US"/>
                    </a:p>
                  </a:txBody>
                  <a:tcPr/>
                </a:tc>
                <a:tc>
                  <a:txBody>
                    <a:bodyPr/>
                    <a:lstStyle/>
                    <a:p>
                      <a:endParaRPr kumimoji="1" lang="ja-JP" altLang="en-US" dirty="0"/>
                    </a:p>
                  </a:txBody>
                  <a:tcPr/>
                </a:tc>
                <a:extLst>
                  <a:ext uri="{0D108BD9-81ED-4DB2-BD59-A6C34878D82A}">
                    <a16:rowId xmlns:a16="http://schemas.microsoft.com/office/drawing/2014/main" val="1233935574"/>
                  </a:ext>
                </a:extLst>
              </a:tr>
            </a:tbl>
          </a:graphicData>
        </a:graphic>
      </p:graphicFrame>
      <p:graphicFrame>
        <p:nvGraphicFramePr>
          <p:cNvPr id="3" name="表 3">
            <a:extLst>
              <a:ext uri="{FF2B5EF4-FFF2-40B4-BE49-F238E27FC236}">
                <a16:creationId xmlns:a16="http://schemas.microsoft.com/office/drawing/2014/main" id="{3D0E594F-BE7B-4047-9FDB-25253F02A709}"/>
              </a:ext>
            </a:extLst>
          </p:cNvPr>
          <p:cNvGraphicFramePr>
            <a:graphicFrameLocks noGrp="1"/>
          </p:cNvGraphicFramePr>
          <p:nvPr>
            <p:extLst>
              <p:ext uri="{D42A27DB-BD31-4B8C-83A1-F6EECF244321}">
                <p14:modId xmlns:p14="http://schemas.microsoft.com/office/powerpoint/2010/main" val="4187146972"/>
              </p:ext>
            </p:extLst>
          </p:nvPr>
        </p:nvGraphicFramePr>
        <p:xfrm>
          <a:off x="177800" y="3156372"/>
          <a:ext cx="8128000" cy="296672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597532429"/>
                    </a:ext>
                  </a:extLst>
                </a:gridCol>
                <a:gridCol w="4064000">
                  <a:extLst>
                    <a:ext uri="{9D8B030D-6E8A-4147-A177-3AD203B41FA5}">
                      <a16:colId xmlns:a16="http://schemas.microsoft.com/office/drawing/2014/main" val="1698498963"/>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1" dirty="0"/>
                        <a:t>属性の掛け合わせ</a:t>
                      </a:r>
                      <a:r>
                        <a:rPr kumimoji="1" lang="en-US" altLang="ja-JP" sz="1800" b="1" dirty="0"/>
                        <a:t>(</a:t>
                      </a:r>
                      <a:r>
                        <a:rPr kumimoji="1" lang="ja-JP" altLang="en-US" sz="1800" b="1" dirty="0"/>
                        <a:t>３属性</a:t>
                      </a:r>
                      <a:r>
                        <a:rPr kumimoji="1" lang="en-US" altLang="ja-JP" sz="1800" b="1" dirty="0"/>
                        <a:t>)</a:t>
                      </a:r>
                    </a:p>
                  </a:txBody>
                  <a:tcPr/>
                </a:tc>
                <a:tc>
                  <a:txBody>
                    <a:bodyPr/>
                    <a:lstStyle/>
                    <a:p>
                      <a:endParaRPr kumimoji="1" lang="ja-JP" altLang="en-US"/>
                    </a:p>
                  </a:txBody>
                  <a:tcPr/>
                </a:tc>
                <a:extLst>
                  <a:ext uri="{0D108BD9-81ED-4DB2-BD59-A6C34878D82A}">
                    <a16:rowId xmlns:a16="http://schemas.microsoft.com/office/drawing/2014/main" val="2443536272"/>
                  </a:ext>
                </a:extLst>
              </a:tr>
              <a:tr h="370840">
                <a:tc>
                  <a:txBody>
                    <a:bodyPr/>
                    <a:lstStyle/>
                    <a:p>
                      <a:r>
                        <a:rPr lang="ja-JP" altLang="en-US" sz="1800" b="1" dirty="0"/>
                        <a:t>火</a:t>
                      </a:r>
                      <a:r>
                        <a:rPr lang="en-US" altLang="ja-JP" sz="1800" b="1" dirty="0"/>
                        <a:t>×</a:t>
                      </a:r>
                      <a:r>
                        <a:rPr lang="ja-JP" altLang="en-US" sz="1800" b="1" dirty="0"/>
                        <a:t>土</a:t>
                      </a:r>
                      <a:r>
                        <a:rPr lang="en-US" altLang="ja-JP" sz="1800" b="1" dirty="0"/>
                        <a:t>×</a:t>
                      </a:r>
                      <a:r>
                        <a:rPr lang="ja-JP" altLang="en-US" sz="1800" b="1" dirty="0"/>
                        <a:t>金属</a:t>
                      </a:r>
                      <a:endParaRPr kumimoji="1" lang="ja-JP" altLang="en-US" dirty="0"/>
                    </a:p>
                  </a:txBody>
                  <a:tcPr/>
                </a:tc>
                <a:tc>
                  <a:txBody>
                    <a:bodyPr/>
                    <a:lstStyle/>
                    <a:p>
                      <a:r>
                        <a:rPr lang="ja-JP" altLang="en-US" sz="1800" b="1" dirty="0"/>
                        <a:t>爆弾を作る</a:t>
                      </a:r>
                      <a:endParaRPr kumimoji="1" lang="ja-JP" altLang="en-US" dirty="0"/>
                    </a:p>
                  </a:txBody>
                  <a:tcPr/>
                </a:tc>
                <a:extLst>
                  <a:ext uri="{0D108BD9-81ED-4DB2-BD59-A6C34878D82A}">
                    <a16:rowId xmlns:a16="http://schemas.microsoft.com/office/drawing/2014/main" val="460648531"/>
                  </a:ext>
                </a:extLst>
              </a:tr>
              <a:tr h="370840">
                <a:tc>
                  <a:txBody>
                    <a:bodyPr/>
                    <a:lstStyle/>
                    <a:p>
                      <a:r>
                        <a:rPr lang="ja-JP" altLang="en-US" sz="1800" b="1" dirty="0"/>
                        <a:t>水</a:t>
                      </a:r>
                      <a:r>
                        <a:rPr lang="en-US" altLang="ja-JP" sz="1800" b="1" dirty="0"/>
                        <a:t>×</a:t>
                      </a:r>
                      <a:r>
                        <a:rPr lang="ja-JP" altLang="en-US" sz="1800" b="1" dirty="0"/>
                        <a:t>風</a:t>
                      </a:r>
                      <a:r>
                        <a:rPr lang="en-US" altLang="ja-JP" sz="1800" b="1" dirty="0"/>
                        <a:t>×</a:t>
                      </a:r>
                      <a:r>
                        <a:rPr lang="ja-JP" altLang="en-US" sz="1800" b="1" dirty="0"/>
                        <a:t>土</a:t>
                      </a:r>
                      <a:endParaRPr kumimoji="1" lang="ja-JP" altLang="en-US" dirty="0"/>
                    </a:p>
                  </a:txBody>
                  <a:tcPr/>
                </a:tc>
                <a:tc>
                  <a:txBody>
                    <a:bodyPr/>
                    <a:lstStyle/>
                    <a:p>
                      <a:r>
                        <a:rPr lang="ja-JP" altLang="en-US" sz="1800" b="1" dirty="0"/>
                        <a:t>木を生やす</a:t>
                      </a:r>
                      <a:endParaRPr kumimoji="1" lang="ja-JP" altLang="en-US" dirty="0"/>
                    </a:p>
                  </a:txBody>
                  <a:tcPr/>
                </a:tc>
                <a:extLst>
                  <a:ext uri="{0D108BD9-81ED-4DB2-BD59-A6C34878D82A}">
                    <a16:rowId xmlns:a16="http://schemas.microsoft.com/office/drawing/2014/main" val="2666970424"/>
                  </a:ext>
                </a:extLst>
              </a:tr>
              <a:tr h="370840">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3347810690"/>
                  </a:ext>
                </a:extLst>
              </a:tr>
              <a:tr h="370840">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338706653"/>
                  </a:ext>
                </a:extLst>
              </a:tr>
              <a:tr h="370840">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2609774836"/>
                  </a:ext>
                </a:extLst>
              </a:tr>
              <a:tr h="370840">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1625978905"/>
                  </a:ext>
                </a:extLst>
              </a:tr>
              <a:tr h="370840">
                <a:tc>
                  <a:txBody>
                    <a:bodyPr/>
                    <a:lstStyle/>
                    <a:p>
                      <a:endParaRPr kumimoji="1" lang="ja-JP" altLang="en-US"/>
                    </a:p>
                  </a:txBody>
                  <a:tcPr/>
                </a:tc>
                <a:tc>
                  <a:txBody>
                    <a:bodyPr/>
                    <a:lstStyle/>
                    <a:p>
                      <a:endParaRPr kumimoji="1" lang="ja-JP" altLang="en-US" dirty="0"/>
                    </a:p>
                  </a:txBody>
                  <a:tcPr/>
                </a:tc>
                <a:extLst>
                  <a:ext uri="{0D108BD9-81ED-4DB2-BD59-A6C34878D82A}">
                    <a16:rowId xmlns:a16="http://schemas.microsoft.com/office/drawing/2014/main" val="2788258725"/>
                  </a:ext>
                </a:extLst>
              </a:tr>
            </a:tbl>
          </a:graphicData>
        </a:graphic>
      </p:graphicFrame>
    </p:spTree>
    <p:extLst>
      <p:ext uri="{BB962C8B-B14F-4D97-AF65-F5344CB8AC3E}">
        <p14:creationId xmlns:p14="http://schemas.microsoft.com/office/powerpoint/2010/main" val="31203603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D425C189-9918-4F01-BBE5-8444CE9D89CD}"/>
              </a:ext>
            </a:extLst>
          </p:cNvPr>
          <p:cNvSpPr txBox="1"/>
          <p:nvPr/>
        </p:nvSpPr>
        <p:spPr>
          <a:xfrm>
            <a:off x="228600" y="174721"/>
            <a:ext cx="9283700" cy="461665"/>
          </a:xfrm>
          <a:prstGeom prst="rect">
            <a:avLst/>
          </a:prstGeom>
          <a:noFill/>
        </p:spPr>
        <p:txBody>
          <a:bodyPr wrap="square" rtlCol="0">
            <a:spAutoFit/>
          </a:bodyPr>
          <a:lstStyle/>
          <a:p>
            <a:r>
              <a:rPr kumimoji="1" lang="ja-JP" altLang="en-US" sz="2400" b="1"/>
              <a:t>タイトル画面</a:t>
            </a:r>
            <a:endParaRPr kumimoji="1" lang="en-US" altLang="ja-JP" sz="2400" b="1" dirty="0"/>
          </a:p>
        </p:txBody>
      </p:sp>
      <p:graphicFrame>
        <p:nvGraphicFramePr>
          <p:cNvPr id="3" name="表 3">
            <a:extLst>
              <a:ext uri="{FF2B5EF4-FFF2-40B4-BE49-F238E27FC236}">
                <a16:creationId xmlns:a16="http://schemas.microsoft.com/office/drawing/2014/main" id="{2CEBF106-1163-4326-AE84-1622E7DBE56A}"/>
              </a:ext>
            </a:extLst>
          </p:cNvPr>
          <p:cNvGraphicFramePr>
            <a:graphicFrameLocks noGrp="1"/>
          </p:cNvGraphicFramePr>
          <p:nvPr>
            <p:extLst>
              <p:ext uri="{D42A27DB-BD31-4B8C-83A1-F6EECF244321}">
                <p14:modId xmlns:p14="http://schemas.microsoft.com/office/powerpoint/2010/main" val="3205598494"/>
              </p:ext>
            </p:extLst>
          </p:nvPr>
        </p:nvGraphicFramePr>
        <p:xfrm>
          <a:off x="330200" y="4161366"/>
          <a:ext cx="6858000" cy="2291080"/>
        </p:xfrm>
        <a:graphic>
          <a:graphicData uri="http://schemas.openxmlformats.org/drawingml/2006/table">
            <a:tbl>
              <a:tblPr firstRow="1" bandRow="1">
                <a:tableStyleId>{5C22544A-7EE6-4342-B048-85BDC9FD1C3A}</a:tableStyleId>
              </a:tblPr>
              <a:tblGrid>
                <a:gridCol w="1555750">
                  <a:extLst>
                    <a:ext uri="{9D8B030D-6E8A-4147-A177-3AD203B41FA5}">
                      <a16:colId xmlns:a16="http://schemas.microsoft.com/office/drawing/2014/main" val="2935694365"/>
                    </a:ext>
                  </a:extLst>
                </a:gridCol>
                <a:gridCol w="5302250">
                  <a:extLst>
                    <a:ext uri="{9D8B030D-6E8A-4147-A177-3AD203B41FA5}">
                      <a16:colId xmlns:a16="http://schemas.microsoft.com/office/drawing/2014/main" val="91573407"/>
                    </a:ext>
                  </a:extLst>
                </a:gridCol>
              </a:tblGrid>
              <a:tr h="334434">
                <a:tc>
                  <a:txBody>
                    <a:bodyPr/>
                    <a:lstStyle/>
                    <a:p>
                      <a:r>
                        <a:rPr kumimoji="1" lang="ja-JP" altLang="en-US" dirty="0"/>
                        <a:t>詳細</a:t>
                      </a:r>
                    </a:p>
                  </a:txBody>
                  <a:tcPr/>
                </a:tc>
                <a:tc>
                  <a:txBody>
                    <a:bodyPr/>
                    <a:lstStyle/>
                    <a:p>
                      <a:endParaRPr kumimoji="1" lang="ja-JP" altLang="en-US" dirty="0"/>
                    </a:p>
                  </a:txBody>
                  <a:tcPr/>
                </a:tc>
                <a:extLst>
                  <a:ext uri="{0D108BD9-81ED-4DB2-BD59-A6C34878D82A}">
                    <a16:rowId xmlns:a16="http://schemas.microsoft.com/office/drawing/2014/main" val="2911909077"/>
                  </a:ext>
                </a:extLst>
              </a:tr>
              <a:tr h="370840">
                <a:tc>
                  <a:txBody>
                    <a:bodyPr/>
                    <a:lstStyle/>
                    <a:p>
                      <a:r>
                        <a:rPr kumimoji="1" lang="ja-JP" altLang="en-US" dirty="0"/>
                        <a:t>■タイトル</a:t>
                      </a:r>
                    </a:p>
                  </a:txBody>
                  <a:tcPr/>
                </a:tc>
                <a:tc>
                  <a:txBody>
                    <a:bodyPr/>
                    <a:lstStyle/>
                    <a:p>
                      <a:r>
                        <a:rPr kumimoji="1" lang="ja-JP" altLang="en-US" dirty="0"/>
                        <a:t>ランダムで７つの属性っぽいフォントになる</a:t>
                      </a:r>
                    </a:p>
                  </a:txBody>
                  <a:tcPr/>
                </a:tc>
                <a:extLst>
                  <a:ext uri="{0D108BD9-81ED-4DB2-BD59-A6C34878D82A}">
                    <a16:rowId xmlns:a16="http://schemas.microsoft.com/office/drawing/2014/main" val="486546138"/>
                  </a:ext>
                </a:extLst>
              </a:tr>
              <a:tr h="370840">
                <a:tc>
                  <a:txBody>
                    <a:bodyPr/>
                    <a:lstStyle/>
                    <a:p>
                      <a:r>
                        <a:rPr kumimoji="1" lang="ja-JP" altLang="en-US" dirty="0"/>
                        <a:t>■背景</a:t>
                      </a:r>
                    </a:p>
                  </a:txBody>
                  <a:tcPr/>
                </a:tc>
                <a:tc>
                  <a:txBody>
                    <a:bodyPr/>
                    <a:lstStyle/>
                    <a:p>
                      <a:r>
                        <a:rPr kumimoji="1" lang="ja-JP" altLang="en-US" dirty="0"/>
                        <a:t>ランダムで決まった属性のフォントに合った</a:t>
                      </a:r>
                      <a:endParaRPr kumimoji="1" lang="en-US" altLang="ja-JP" dirty="0"/>
                    </a:p>
                    <a:p>
                      <a:r>
                        <a:rPr kumimoji="1" lang="ja-JP" altLang="en-US" dirty="0"/>
                        <a:t>背景</a:t>
                      </a:r>
                    </a:p>
                  </a:txBody>
                  <a:tcPr/>
                </a:tc>
                <a:extLst>
                  <a:ext uri="{0D108BD9-81ED-4DB2-BD59-A6C34878D82A}">
                    <a16:rowId xmlns:a16="http://schemas.microsoft.com/office/drawing/2014/main" val="1878940561"/>
                  </a:ext>
                </a:extLst>
              </a:tr>
              <a:tr h="370840">
                <a:tc>
                  <a:txBody>
                    <a:bodyPr/>
                    <a:lstStyle/>
                    <a:p>
                      <a:r>
                        <a:rPr kumimoji="1" lang="ja-JP" altLang="en-US" dirty="0"/>
                        <a:t>■遷移</a:t>
                      </a:r>
                    </a:p>
                  </a:txBody>
                  <a:tcPr/>
                </a:tc>
                <a:tc>
                  <a:txBody>
                    <a:bodyPr/>
                    <a:lstStyle/>
                    <a:p>
                      <a:r>
                        <a:rPr kumimoji="1" lang="ja-JP" altLang="en-US" dirty="0"/>
                        <a:t>はじめから　チュートリアル開始</a:t>
                      </a:r>
                      <a:endParaRPr kumimoji="1" lang="en-US" altLang="ja-JP" dirty="0"/>
                    </a:p>
                    <a:p>
                      <a:r>
                        <a:rPr kumimoji="1" lang="ja-JP" altLang="en-US" dirty="0"/>
                        <a:t>つづきから　ロード画面へ</a:t>
                      </a:r>
                      <a:endParaRPr kumimoji="1" lang="en-US" altLang="ja-JP" dirty="0"/>
                    </a:p>
                    <a:p>
                      <a:r>
                        <a:rPr kumimoji="1" lang="ja-JP" altLang="en-US" dirty="0"/>
                        <a:t>オプション　オプション画面へ</a:t>
                      </a:r>
                    </a:p>
                  </a:txBody>
                  <a:tcPr/>
                </a:tc>
                <a:extLst>
                  <a:ext uri="{0D108BD9-81ED-4DB2-BD59-A6C34878D82A}">
                    <a16:rowId xmlns:a16="http://schemas.microsoft.com/office/drawing/2014/main" val="654326850"/>
                  </a:ext>
                </a:extLst>
              </a:tr>
            </a:tbl>
          </a:graphicData>
        </a:graphic>
      </p:graphicFrame>
      <p:sp>
        <p:nvSpPr>
          <p:cNvPr id="5" name="テキスト ボックス 4">
            <a:extLst>
              <a:ext uri="{FF2B5EF4-FFF2-40B4-BE49-F238E27FC236}">
                <a16:creationId xmlns:a16="http://schemas.microsoft.com/office/drawing/2014/main" id="{109AC8FD-4CFE-4322-A842-C45D07F43B9E}"/>
              </a:ext>
            </a:extLst>
          </p:cNvPr>
          <p:cNvSpPr txBox="1"/>
          <p:nvPr/>
        </p:nvSpPr>
        <p:spPr>
          <a:xfrm>
            <a:off x="2762250" y="2298963"/>
            <a:ext cx="1993900" cy="923330"/>
          </a:xfrm>
          <a:prstGeom prst="rect">
            <a:avLst/>
          </a:prstGeom>
          <a:noFill/>
        </p:spPr>
        <p:txBody>
          <a:bodyPr wrap="square">
            <a:spAutoFit/>
          </a:bodyPr>
          <a:lstStyle/>
          <a:p>
            <a:r>
              <a:rPr lang="ja-JP" altLang="en-US" dirty="0"/>
              <a:t>➤</a:t>
            </a:r>
            <a:r>
              <a:rPr kumimoji="1" lang="ja-JP" altLang="en-US" dirty="0"/>
              <a:t>はじめから</a:t>
            </a:r>
            <a:endParaRPr kumimoji="1" lang="en-US" altLang="ja-JP" dirty="0"/>
          </a:p>
          <a:p>
            <a:r>
              <a:rPr lang="ja-JP" altLang="en-US" dirty="0"/>
              <a:t>　つづきから</a:t>
            </a:r>
            <a:endParaRPr lang="en-US" altLang="ja-JP" dirty="0"/>
          </a:p>
          <a:p>
            <a:r>
              <a:rPr kumimoji="1" lang="ja-JP" altLang="en-US" dirty="0"/>
              <a:t>　オプション</a:t>
            </a:r>
          </a:p>
        </p:txBody>
      </p:sp>
      <p:sp>
        <p:nvSpPr>
          <p:cNvPr id="10" name="テキスト ボックス 9">
            <a:extLst>
              <a:ext uri="{FF2B5EF4-FFF2-40B4-BE49-F238E27FC236}">
                <a16:creationId xmlns:a16="http://schemas.microsoft.com/office/drawing/2014/main" id="{F0F07218-5D64-47CB-A37F-A4B1DA3AFC44}"/>
              </a:ext>
            </a:extLst>
          </p:cNvPr>
          <p:cNvSpPr txBox="1"/>
          <p:nvPr/>
        </p:nvSpPr>
        <p:spPr>
          <a:xfrm>
            <a:off x="228600" y="732261"/>
            <a:ext cx="6591300" cy="938719"/>
          </a:xfrm>
          <a:prstGeom prst="rect">
            <a:avLst/>
          </a:prstGeom>
          <a:noFill/>
        </p:spPr>
        <p:txBody>
          <a:bodyPr wrap="square">
            <a:spAutoFit/>
          </a:bodyPr>
          <a:lstStyle/>
          <a:p>
            <a:r>
              <a:rPr kumimoji="1" lang="en-US" altLang="ja-JP" sz="5400" b="1" dirty="0">
                <a:latin typeface="Magneto" panose="04030805050802020D02" pitchFamily="82" charset="0"/>
              </a:rPr>
              <a:t>Seven Elements</a:t>
            </a:r>
            <a:endParaRPr kumimoji="1" lang="ja-JP" altLang="en-US" sz="5400" b="1" dirty="0">
              <a:latin typeface="Magneto" panose="04030805050802020D02" pitchFamily="82" charset="0"/>
            </a:endParaRPr>
          </a:p>
        </p:txBody>
      </p:sp>
      <p:sp>
        <p:nvSpPr>
          <p:cNvPr id="12" name="テキスト ボックス 11">
            <a:extLst>
              <a:ext uri="{FF2B5EF4-FFF2-40B4-BE49-F238E27FC236}">
                <a16:creationId xmlns:a16="http://schemas.microsoft.com/office/drawing/2014/main" id="{20078DF2-6A9A-42FD-A264-CDFCB5708D17}"/>
              </a:ext>
            </a:extLst>
          </p:cNvPr>
          <p:cNvSpPr txBox="1"/>
          <p:nvPr/>
        </p:nvSpPr>
        <p:spPr>
          <a:xfrm>
            <a:off x="158750" y="815735"/>
            <a:ext cx="6858000" cy="923330"/>
          </a:xfrm>
          <a:prstGeom prst="rect">
            <a:avLst/>
          </a:prstGeom>
          <a:noFill/>
        </p:spPr>
        <p:txBody>
          <a:bodyPr wrap="square">
            <a:spAutoFit/>
          </a:bodyPr>
          <a:lstStyle/>
          <a:p>
            <a:r>
              <a:rPr kumimoji="1" lang="en-US" altLang="ja-JP" sz="5400" b="1" dirty="0">
                <a:solidFill>
                  <a:schemeClr val="accent4">
                    <a:lumMod val="60000"/>
                    <a:lumOff val="40000"/>
                  </a:schemeClr>
                </a:solidFill>
                <a:latin typeface="Magneto" panose="04030805050802020D02" pitchFamily="82" charset="0"/>
              </a:rPr>
              <a:t>Seven</a:t>
            </a:r>
            <a:r>
              <a:rPr lang="ja-JP" altLang="en-US" sz="5400" b="1" dirty="0">
                <a:solidFill>
                  <a:schemeClr val="accent4">
                    <a:lumMod val="60000"/>
                    <a:lumOff val="40000"/>
                  </a:schemeClr>
                </a:solidFill>
                <a:latin typeface="Magneto" panose="04030805050802020D02" pitchFamily="82" charset="0"/>
              </a:rPr>
              <a:t> </a:t>
            </a:r>
            <a:r>
              <a:rPr kumimoji="1" lang="en-US" altLang="ja-JP" sz="5400" b="1" dirty="0">
                <a:solidFill>
                  <a:schemeClr val="accent4">
                    <a:lumMod val="60000"/>
                    <a:lumOff val="40000"/>
                  </a:schemeClr>
                </a:solidFill>
                <a:latin typeface="Magneto" panose="04030805050802020D02" pitchFamily="82" charset="0"/>
              </a:rPr>
              <a:t>Elements</a:t>
            </a:r>
            <a:endParaRPr kumimoji="1" lang="ja-JP" altLang="en-US" sz="5400" b="1" dirty="0">
              <a:solidFill>
                <a:schemeClr val="accent4">
                  <a:lumMod val="60000"/>
                  <a:lumOff val="40000"/>
                </a:schemeClr>
              </a:solidFill>
              <a:latin typeface="Magneto" panose="04030805050802020D02" pitchFamily="82" charset="0"/>
            </a:endParaRPr>
          </a:p>
        </p:txBody>
      </p:sp>
      <p:sp>
        <p:nvSpPr>
          <p:cNvPr id="13" name="稲妻 12">
            <a:extLst>
              <a:ext uri="{FF2B5EF4-FFF2-40B4-BE49-F238E27FC236}">
                <a16:creationId xmlns:a16="http://schemas.microsoft.com/office/drawing/2014/main" id="{DD1A584C-9DCA-4D5D-A034-DCF1E5DA904D}"/>
              </a:ext>
            </a:extLst>
          </p:cNvPr>
          <p:cNvSpPr/>
          <p:nvPr/>
        </p:nvSpPr>
        <p:spPr>
          <a:xfrm flipH="1">
            <a:off x="6346130" y="948671"/>
            <a:ext cx="1144390" cy="461665"/>
          </a:xfrm>
          <a:prstGeom prst="lightningBol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4" name="稲妻 13">
            <a:extLst>
              <a:ext uri="{FF2B5EF4-FFF2-40B4-BE49-F238E27FC236}">
                <a16:creationId xmlns:a16="http://schemas.microsoft.com/office/drawing/2014/main" id="{A8F6C23B-17EF-4009-9ED8-DF49730ED00B}"/>
              </a:ext>
            </a:extLst>
          </p:cNvPr>
          <p:cNvSpPr/>
          <p:nvPr/>
        </p:nvSpPr>
        <p:spPr>
          <a:xfrm flipH="1">
            <a:off x="6094958" y="1016756"/>
            <a:ext cx="1144390" cy="461665"/>
          </a:xfrm>
          <a:prstGeom prst="lightningBolt">
            <a:avLst/>
          </a:prstGeom>
          <a:solidFill>
            <a:schemeClr val="accent4">
              <a:lumMod val="60000"/>
              <a:lumOff val="40000"/>
            </a:schemeClr>
          </a:solid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2993221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正方形/長方形 58">
            <a:extLst>
              <a:ext uri="{FF2B5EF4-FFF2-40B4-BE49-F238E27FC236}">
                <a16:creationId xmlns:a16="http://schemas.microsoft.com/office/drawing/2014/main" id="{5A4DF955-A150-44CB-9FDE-5134DDF14D0C}"/>
              </a:ext>
            </a:extLst>
          </p:cNvPr>
          <p:cNvSpPr/>
          <p:nvPr/>
        </p:nvSpPr>
        <p:spPr>
          <a:xfrm>
            <a:off x="5587244" y="200195"/>
            <a:ext cx="4537339" cy="104586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正方形/長方形 59">
            <a:extLst>
              <a:ext uri="{FF2B5EF4-FFF2-40B4-BE49-F238E27FC236}">
                <a16:creationId xmlns:a16="http://schemas.microsoft.com/office/drawing/2014/main" id="{BB31AF23-B5D4-46C6-BF5E-C5F8EA9679CB}"/>
              </a:ext>
            </a:extLst>
          </p:cNvPr>
          <p:cNvSpPr/>
          <p:nvPr/>
        </p:nvSpPr>
        <p:spPr>
          <a:xfrm>
            <a:off x="124059" y="5507316"/>
            <a:ext cx="4698038" cy="111837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正方形/長方形 60">
            <a:extLst>
              <a:ext uri="{FF2B5EF4-FFF2-40B4-BE49-F238E27FC236}">
                <a16:creationId xmlns:a16="http://schemas.microsoft.com/office/drawing/2014/main" id="{E344E309-1692-4D02-98BC-B9EC91D1D578}"/>
              </a:ext>
            </a:extLst>
          </p:cNvPr>
          <p:cNvSpPr/>
          <p:nvPr/>
        </p:nvSpPr>
        <p:spPr>
          <a:xfrm>
            <a:off x="5587244" y="1717546"/>
            <a:ext cx="4273120" cy="104586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正方形/長方形 31">
            <a:extLst>
              <a:ext uri="{FF2B5EF4-FFF2-40B4-BE49-F238E27FC236}">
                <a16:creationId xmlns:a16="http://schemas.microsoft.com/office/drawing/2014/main" id="{8272F0CF-879E-454D-AE0D-67DE7C75E37F}"/>
              </a:ext>
            </a:extLst>
          </p:cNvPr>
          <p:cNvSpPr/>
          <p:nvPr/>
        </p:nvSpPr>
        <p:spPr>
          <a:xfrm>
            <a:off x="120650" y="4127883"/>
            <a:ext cx="4737378" cy="104586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34B27AA1-7DD9-4C0F-A74D-2014A9B5432D}"/>
              </a:ext>
            </a:extLst>
          </p:cNvPr>
          <p:cNvSpPr/>
          <p:nvPr/>
        </p:nvSpPr>
        <p:spPr>
          <a:xfrm>
            <a:off x="120650" y="190500"/>
            <a:ext cx="4273120" cy="104586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AF90CD3E-0D3B-4B6C-9EA9-BF5C5A85C530}"/>
              </a:ext>
            </a:extLst>
          </p:cNvPr>
          <p:cNvSpPr txBox="1"/>
          <p:nvPr/>
        </p:nvSpPr>
        <p:spPr>
          <a:xfrm>
            <a:off x="63500" y="405368"/>
            <a:ext cx="4387420" cy="830997"/>
          </a:xfrm>
          <a:prstGeom prst="rect">
            <a:avLst/>
          </a:prstGeom>
          <a:noFill/>
        </p:spPr>
        <p:txBody>
          <a:bodyPr wrap="none" rtlCol="0">
            <a:spAutoFit/>
          </a:bodyPr>
          <a:lstStyle/>
          <a:p>
            <a:r>
              <a:rPr kumimoji="1" lang="en-US" altLang="ja-JP" sz="4800" b="1" dirty="0">
                <a:solidFill>
                  <a:srgbClr val="FF0000"/>
                </a:solidFill>
                <a:highlight>
                  <a:srgbClr val="000000"/>
                </a:highlight>
                <a:latin typeface="Bell MT" panose="02020503060305020303" pitchFamily="18" charset="0"/>
              </a:rPr>
              <a:t>Seven</a:t>
            </a:r>
            <a:r>
              <a:rPr lang="ja-JP" altLang="en-US" sz="4800" b="1" dirty="0">
                <a:solidFill>
                  <a:srgbClr val="FF0000"/>
                </a:solidFill>
                <a:highlight>
                  <a:srgbClr val="000000"/>
                </a:highlight>
                <a:latin typeface="Bell MT" panose="02020503060305020303" pitchFamily="18" charset="0"/>
              </a:rPr>
              <a:t> </a:t>
            </a:r>
            <a:r>
              <a:rPr kumimoji="1" lang="en-US" altLang="ja-JP" sz="4800" b="1" dirty="0">
                <a:solidFill>
                  <a:srgbClr val="FF0000"/>
                </a:solidFill>
                <a:highlight>
                  <a:srgbClr val="000000"/>
                </a:highlight>
                <a:latin typeface="Bell MT" panose="02020503060305020303" pitchFamily="18" charset="0"/>
              </a:rPr>
              <a:t>E</a:t>
            </a:r>
            <a:r>
              <a:rPr kumimoji="1" lang="en-US" altLang="ja-JP" sz="4800" b="1" dirty="0">
                <a:solidFill>
                  <a:schemeClr val="bg1"/>
                </a:solidFill>
                <a:highlight>
                  <a:srgbClr val="000000"/>
                </a:highlight>
                <a:latin typeface="Bell MT" panose="02020503060305020303" pitchFamily="18" charset="0"/>
              </a:rPr>
              <a:t>l</a:t>
            </a:r>
            <a:r>
              <a:rPr kumimoji="1" lang="en-US" altLang="ja-JP" sz="4800" b="1" dirty="0">
                <a:solidFill>
                  <a:srgbClr val="FF0000"/>
                </a:solidFill>
                <a:highlight>
                  <a:srgbClr val="000000"/>
                </a:highlight>
                <a:latin typeface="Bell MT" panose="02020503060305020303" pitchFamily="18" charset="0"/>
              </a:rPr>
              <a:t>ements</a:t>
            </a:r>
            <a:endParaRPr kumimoji="1" lang="ja-JP" altLang="en-US" sz="4800" b="1" dirty="0">
              <a:solidFill>
                <a:srgbClr val="FF0000"/>
              </a:solidFill>
              <a:highlight>
                <a:srgbClr val="000000"/>
              </a:highlight>
              <a:latin typeface="Bell MT" panose="02020503060305020303" pitchFamily="18" charset="0"/>
            </a:endParaRPr>
          </a:p>
        </p:txBody>
      </p:sp>
      <p:sp>
        <p:nvSpPr>
          <p:cNvPr id="7" name="正方形/長方形 6">
            <a:extLst>
              <a:ext uri="{FF2B5EF4-FFF2-40B4-BE49-F238E27FC236}">
                <a16:creationId xmlns:a16="http://schemas.microsoft.com/office/drawing/2014/main" id="{07F2643F-03B5-45FC-9501-F4B492CA4450}"/>
              </a:ext>
            </a:extLst>
          </p:cNvPr>
          <p:cNvSpPr/>
          <p:nvPr/>
        </p:nvSpPr>
        <p:spPr>
          <a:xfrm>
            <a:off x="130141" y="1597091"/>
            <a:ext cx="4237499" cy="113399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E77ADE6D-1324-4280-A346-9CB48ADD86D6}"/>
              </a:ext>
            </a:extLst>
          </p:cNvPr>
          <p:cNvSpPr txBox="1"/>
          <p:nvPr/>
        </p:nvSpPr>
        <p:spPr>
          <a:xfrm>
            <a:off x="130141" y="1922762"/>
            <a:ext cx="3945829" cy="769441"/>
          </a:xfrm>
          <a:prstGeom prst="rect">
            <a:avLst/>
          </a:prstGeom>
          <a:noFill/>
        </p:spPr>
        <p:txBody>
          <a:bodyPr wrap="square">
            <a:spAutoFit/>
          </a:bodyPr>
          <a:lstStyle/>
          <a:p>
            <a:r>
              <a:rPr kumimoji="1" lang="en-US" altLang="ja-JP" sz="4400" b="1" dirty="0">
                <a:solidFill>
                  <a:schemeClr val="accent1"/>
                </a:solidFill>
                <a:highlight>
                  <a:srgbClr val="000000"/>
                </a:highlight>
                <a:latin typeface="Mongolian Baiti" panose="03000500000000000000" pitchFamily="66" charset="0"/>
                <a:cs typeface="Mongolian Baiti" panose="03000500000000000000" pitchFamily="66" charset="0"/>
              </a:rPr>
              <a:t>Seven</a:t>
            </a:r>
            <a:r>
              <a:rPr lang="ja-JP" altLang="en-US" sz="4400" b="1" dirty="0">
                <a:solidFill>
                  <a:schemeClr val="accent1"/>
                </a:solidFill>
                <a:highlight>
                  <a:srgbClr val="000000"/>
                </a:highlight>
                <a:latin typeface="Mongolian Baiti" panose="03000500000000000000" pitchFamily="66" charset="0"/>
                <a:cs typeface="Mongolian Baiti" panose="03000500000000000000" pitchFamily="66" charset="0"/>
              </a:rPr>
              <a:t> </a:t>
            </a:r>
            <a:r>
              <a:rPr kumimoji="1" lang="en-US" altLang="ja-JP" sz="4400" b="1" dirty="0">
                <a:solidFill>
                  <a:schemeClr val="accent1"/>
                </a:solidFill>
                <a:highlight>
                  <a:srgbClr val="000000"/>
                </a:highlight>
                <a:latin typeface="Mongolian Baiti" panose="03000500000000000000" pitchFamily="66" charset="0"/>
                <a:cs typeface="Mongolian Baiti" panose="03000500000000000000" pitchFamily="66" charset="0"/>
              </a:rPr>
              <a:t>Elements</a:t>
            </a:r>
            <a:endParaRPr kumimoji="1" lang="ja-JP" altLang="en-US" sz="4400" b="1" dirty="0">
              <a:solidFill>
                <a:schemeClr val="accent1"/>
              </a:solidFill>
              <a:highlight>
                <a:srgbClr val="000000"/>
              </a:highlight>
              <a:latin typeface="Mongolian Baiti" panose="03000500000000000000" pitchFamily="66" charset="0"/>
              <a:cs typeface="Mongolian Baiti" panose="03000500000000000000" pitchFamily="66" charset="0"/>
            </a:endParaRPr>
          </a:p>
        </p:txBody>
      </p:sp>
      <p:sp>
        <p:nvSpPr>
          <p:cNvPr id="24" name="テキスト ボックス 23">
            <a:extLst>
              <a:ext uri="{FF2B5EF4-FFF2-40B4-BE49-F238E27FC236}">
                <a16:creationId xmlns:a16="http://schemas.microsoft.com/office/drawing/2014/main" id="{264CE64B-A87B-4B58-BC80-205723BC9714}"/>
              </a:ext>
            </a:extLst>
          </p:cNvPr>
          <p:cNvSpPr txBox="1"/>
          <p:nvPr/>
        </p:nvSpPr>
        <p:spPr>
          <a:xfrm>
            <a:off x="3396613" y="1617179"/>
            <a:ext cx="851416" cy="923330"/>
          </a:xfrm>
          <a:prstGeom prst="rect">
            <a:avLst/>
          </a:prstGeom>
          <a:noFill/>
        </p:spPr>
        <p:txBody>
          <a:bodyPr wrap="square">
            <a:spAutoFit/>
          </a:bodyPr>
          <a:lstStyle/>
          <a:p>
            <a:r>
              <a:rPr kumimoji="1" lang="ja-JP" altLang="en-US" sz="5400" b="1" dirty="0">
                <a:solidFill>
                  <a:schemeClr val="accent1"/>
                </a:solidFill>
                <a:latin typeface="Mongolian Baiti" panose="03000500000000000000" pitchFamily="66" charset="0"/>
                <a:cs typeface="Mongolian Baiti" panose="03000500000000000000" pitchFamily="66" charset="0"/>
              </a:rPr>
              <a:t>☂</a:t>
            </a:r>
            <a:endParaRPr lang="ja-JP" altLang="en-US" sz="5400" dirty="0"/>
          </a:p>
        </p:txBody>
      </p:sp>
      <p:sp>
        <p:nvSpPr>
          <p:cNvPr id="25" name="テキスト ボックス 24">
            <a:extLst>
              <a:ext uri="{FF2B5EF4-FFF2-40B4-BE49-F238E27FC236}">
                <a16:creationId xmlns:a16="http://schemas.microsoft.com/office/drawing/2014/main" id="{FFA1D1A0-7CE2-465A-9799-22B6B7436200}"/>
              </a:ext>
            </a:extLst>
          </p:cNvPr>
          <p:cNvSpPr txBox="1"/>
          <p:nvPr/>
        </p:nvSpPr>
        <p:spPr>
          <a:xfrm>
            <a:off x="26500" y="2979897"/>
            <a:ext cx="6642100" cy="923330"/>
          </a:xfrm>
          <a:prstGeom prst="rect">
            <a:avLst/>
          </a:prstGeom>
          <a:noFill/>
        </p:spPr>
        <p:txBody>
          <a:bodyPr wrap="square">
            <a:spAutoFit/>
          </a:bodyPr>
          <a:lstStyle/>
          <a:p>
            <a:r>
              <a:rPr kumimoji="1" lang="en-US" altLang="ja-JP" sz="5400" b="1" dirty="0">
                <a:solidFill>
                  <a:srgbClr val="FFFF00"/>
                </a:solidFill>
                <a:highlight>
                  <a:srgbClr val="000000"/>
                </a:highlight>
                <a:latin typeface="Magneto" panose="04030805050802020D02" pitchFamily="82" charset="0"/>
              </a:rPr>
              <a:t>Seven</a:t>
            </a:r>
            <a:r>
              <a:rPr lang="ja-JP" altLang="en-US" sz="5400" b="1" dirty="0">
                <a:solidFill>
                  <a:srgbClr val="FFFF00"/>
                </a:solidFill>
                <a:highlight>
                  <a:srgbClr val="000000"/>
                </a:highlight>
                <a:latin typeface="Magneto" panose="04030805050802020D02" pitchFamily="82" charset="0"/>
              </a:rPr>
              <a:t> </a:t>
            </a:r>
            <a:r>
              <a:rPr kumimoji="1" lang="en-US" altLang="ja-JP" sz="5400" b="1" dirty="0">
                <a:solidFill>
                  <a:srgbClr val="FFFF00"/>
                </a:solidFill>
                <a:highlight>
                  <a:srgbClr val="000000"/>
                </a:highlight>
                <a:latin typeface="Magneto" panose="04030805050802020D02" pitchFamily="82" charset="0"/>
              </a:rPr>
              <a:t>Elements</a:t>
            </a:r>
            <a:endParaRPr kumimoji="1" lang="ja-JP" altLang="en-US" sz="5400" b="1" dirty="0">
              <a:solidFill>
                <a:srgbClr val="FFFF00"/>
              </a:solidFill>
              <a:highlight>
                <a:srgbClr val="000000"/>
              </a:highlight>
              <a:latin typeface="Magneto" panose="04030805050802020D02" pitchFamily="82" charset="0"/>
            </a:endParaRPr>
          </a:p>
        </p:txBody>
      </p:sp>
      <p:sp>
        <p:nvSpPr>
          <p:cNvPr id="31" name="テキスト ボックス 30">
            <a:extLst>
              <a:ext uri="{FF2B5EF4-FFF2-40B4-BE49-F238E27FC236}">
                <a16:creationId xmlns:a16="http://schemas.microsoft.com/office/drawing/2014/main" id="{C4B00E32-4D08-4A37-A62B-F93717A7F4A6}"/>
              </a:ext>
            </a:extLst>
          </p:cNvPr>
          <p:cNvSpPr txBox="1"/>
          <p:nvPr/>
        </p:nvSpPr>
        <p:spPr>
          <a:xfrm>
            <a:off x="72744" y="4448280"/>
            <a:ext cx="4785284" cy="769441"/>
          </a:xfrm>
          <a:prstGeom prst="rect">
            <a:avLst/>
          </a:prstGeom>
          <a:noFill/>
        </p:spPr>
        <p:txBody>
          <a:bodyPr wrap="none" rtlCol="0">
            <a:spAutoFit/>
          </a:bodyPr>
          <a:lstStyle/>
          <a:p>
            <a:r>
              <a:rPr kumimoji="1" lang="en-US" altLang="ja-JP" sz="4400" b="1" dirty="0">
                <a:solidFill>
                  <a:srgbClr val="70F0AA"/>
                </a:solidFill>
                <a:highlight>
                  <a:srgbClr val="000000"/>
                </a:highlight>
                <a:latin typeface="Algerian" panose="04020705040A02060702" pitchFamily="82" charset="0"/>
              </a:rPr>
              <a:t>Seven</a:t>
            </a:r>
            <a:r>
              <a:rPr lang="ja-JP" altLang="en-US" sz="4400" b="1" dirty="0">
                <a:solidFill>
                  <a:srgbClr val="70F0AA"/>
                </a:solidFill>
                <a:highlight>
                  <a:srgbClr val="000000"/>
                </a:highlight>
                <a:latin typeface="Algerian" panose="04020705040A02060702" pitchFamily="82" charset="0"/>
              </a:rPr>
              <a:t> </a:t>
            </a:r>
            <a:r>
              <a:rPr lang="en-US" altLang="ja-JP" sz="4400" b="1" dirty="0">
                <a:solidFill>
                  <a:srgbClr val="70F0AA"/>
                </a:solidFill>
                <a:highlight>
                  <a:srgbClr val="000000"/>
                </a:highlight>
                <a:latin typeface="Algerian" panose="04020705040A02060702" pitchFamily="82" charset="0"/>
              </a:rPr>
              <a:t>Elements</a:t>
            </a:r>
            <a:endParaRPr kumimoji="1" lang="ja-JP" altLang="en-US" sz="4400" b="1" dirty="0">
              <a:solidFill>
                <a:srgbClr val="70F0AA"/>
              </a:solidFill>
              <a:highlight>
                <a:srgbClr val="000000"/>
              </a:highlight>
              <a:latin typeface="Algerian" panose="04020705040A02060702" pitchFamily="82" charset="0"/>
            </a:endParaRPr>
          </a:p>
        </p:txBody>
      </p:sp>
      <p:sp>
        <p:nvSpPr>
          <p:cNvPr id="50" name="円弧 49">
            <a:extLst>
              <a:ext uri="{FF2B5EF4-FFF2-40B4-BE49-F238E27FC236}">
                <a16:creationId xmlns:a16="http://schemas.microsoft.com/office/drawing/2014/main" id="{79D27F05-CF7C-432E-A191-12BF9795A6D5}"/>
              </a:ext>
            </a:extLst>
          </p:cNvPr>
          <p:cNvSpPr/>
          <p:nvPr/>
        </p:nvSpPr>
        <p:spPr>
          <a:xfrm rot="20936974">
            <a:off x="-767331" y="4632785"/>
            <a:ext cx="3380130" cy="784000"/>
          </a:xfrm>
          <a:prstGeom prst="arc">
            <a:avLst>
              <a:gd name="adj1" fmla="val 12200724"/>
              <a:gd name="adj2" fmla="val 0"/>
            </a:avLst>
          </a:prstGeom>
          <a:ln>
            <a:solidFill>
              <a:schemeClr val="bg1"/>
            </a:solidFill>
          </a:ln>
        </p:spPr>
        <p:style>
          <a:lnRef idx="3">
            <a:schemeClr val="dk1"/>
          </a:lnRef>
          <a:fillRef idx="0">
            <a:schemeClr val="dk1"/>
          </a:fillRef>
          <a:effectRef idx="2">
            <a:schemeClr val="dk1"/>
          </a:effectRef>
          <a:fontRef idx="minor">
            <a:schemeClr val="tx1"/>
          </a:fontRef>
        </p:style>
        <p:txBody>
          <a:bodyPr rtlCol="0" anchor="ctr"/>
          <a:lstStyle/>
          <a:p>
            <a:pPr algn="ctr"/>
            <a:endParaRPr kumimoji="1" lang="ja-JP" altLang="en-US"/>
          </a:p>
        </p:txBody>
      </p:sp>
      <p:sp>
        <p:nvSpPr>
          <p:cNvPr id="51" name="円弧 50">
            <a:extLst>
              <a:ext uri="{FF2B5EF4-FFF2-40B4-BE49-F238E27FC236}">
                <a16:creationId xmlns:a16="http://schemas.microsoft.com/office/drawing/2014/main" id="{27519060-0A6D-4421-A2D2-3FF9CACB209C}"/>
              </a:ext>
            </a:extLst>
          </p:cNvPr>
          <p:cNvSpPr/>
          <p:nvPr/>
        </p:nvSpPr>
        <p:spPr>
          <a:xfrm rot="228984" flipH="1" flipV="1">
            <a:off x="2547694" y="4342754"/>
            <a:ext cx="2403509" cy="674503"/>
          </a:xfrm>
          <a:prstGeom prst="arc">
            <a:avLst>
              <a:gd name="adj1" fmla="val 11091436"/>
              <a:gd name="adj2" fmla="val 21474857"/>
            </a:avLst>
          </a:prstGeom>
          <a:ln>
            <a:solidFill>
              <a:schemeClr val="bg1"/>
            </a:solidFill>
          </a:ln>
        </p:spPr>
        <p:style>
          <a:lnRef idx="3">
            <a:schemeClr val="dk1"/>
          </a:lnRef>
          <a:fillRef idx="0">
            <a:schemeClr val="dk1"/>
          </a:fillRef>
          <a:effectRef idx="2">
            <a:schemeClr val="dk1"/>
          </a:effectRef>
          <a:fontRef idx="minor">
            <a:schemeClr val="tx1"/>
          </a:fontRef>
        </p:style>
        <p:txBody>
          <a:bodyPr rtlCol="0" anchor="ctr"/>
          <a:lstStyle/>
          <a:p>
            <a:pPr algn="ctr"/>
            <a:endParaRPr kumimoji="1" lang="ja-JP" altLang="en-US"/>
          </a:p>
        </p:txBody>
      </p:sp>
      <p:sp>
        <p:nvSpPr>
          <p:cNvPr id="54" name="テキスト ボックス 53">
            <a:extLst>
              <a:ext uri="{FF2B5EF4-FFF2-40B4-BE49-F238E27FC236}">
                <a16:creationId xmlns:a16="http://schemas.microsoft.com/office/drawing/2014/main" id="{6EB01E6A-0EB7-4888-BB14-1D7C5AA56CE4}"/>
              </a:ext>
            </a:extLst>
          </p:cNvPr>
          <p:cNvSpPr txBox="1"/>
          <p:nvPr/>
        </p:nvSpPr>
        <p:spPr>
          <a:xfrm>
            <a:off x="124059" y="5888130"/>
            <a:ext cx="4225519" cy="769441"/>
          </a:xfrm>
          <a:prstGeom prst="rect">
            <a:avLst/>
          </a:prstGeom>
          <a:noFill/>
        </p:spPr>
        <p:txBody>
          <a:bodyPr wrap="square">
            <a:spAutoFit/>
          </a:bodyPr>
          <a:lstStyle/>
          <a:p>
            <a:r>
              <a:rPr kumimoji="1" lang="en-US" altLang="ja-JP" sz="4400" b="1" dirty="0">
                <a:solidFill>
                  <a:srgbClr val="B45210"/>
                </a:solidFill>
                <a:highlight>
                  <a:srgbClr val="000000"/>
                </a:highlight>
                <a:latin typeface="Bell MT" panose="02020503060305020303" pitchFamily="18" charset="0"/>
              </a:rPr>
              <a:t>Seven</a:t>
            </a:r>
            <a:r>
              <a:rPr lang="ja-JP" altLang="en-US" sz="4400" b="1" dirty="0">
                <a:solidFill>
                  <a:srgbClr val="B45210"/>
                </a:solidFill>
                <a:highlight>
                  <a:srgbClr val="000000"/>
                </a:highlight>
                <a:latin typeface="Bell MT" panose="02020503060305020303" pitchFamily="18" charset="0"/>
              </a:rPr>
              <a:t> </a:t>
            </a:r>
            <a:r>
              <a:rPr kumimoji="1" lang="en-US" altLang="ja-JP" sz="4400" b="1" dirty="0">
                <a:solidFill>
                  <a:srgbClr val="B45210"/>
                </a:solidFill>
                <a:highlight>
                  <a:srgbClr val="000000"/>
                </a:highlight>
                <a:latin typeface="Bell MT" panose="02020503060305020303" pitchFamily="18" charset="0"/>
              </a:rPr>
              <a:t>Elements</a:t>
            </a:r>
            <a:endParaRPr kumimoji="1" lang="ja-JP" altLang="en-US" sz="4400" b="1" dirty="0">
              <a:solidFill>
                <a:srgbClr val="B45210"/>
              </a:solidFill>
              <a:highlight>
                <a:srgbClr val="000000"/>
              </a:highlight>
              <a:latin typeface="Bell MT" panose="02020503060305020303" pitchFamily="18" charset="0"/>
            </a:endParaRPr>
          </a:p>
        </p:txBody>
      </p:sp>
      <p:sp>
        <p:nvSpPr>
          <p:cNvPr id="56" name="テキスト ボックス 55">
            <a:extLst>
              <a:ext uri="{FF2B5EF4-FFF2-40B4-BE49-F238E27FC236}">
                <a16:creationId xmlns:a16="http://schemas.microsoft.com/office/drawing/2014/main" id="{042945A7-65DC-41F5-96CF-C07E87147982}"/>
              </a:ext>
            </a:extLst>
          </p:cNvPr>
          <p:cNvSpPr txBox="1"/>
          <p:nvPr/>
        </p:nvSpPr>
        <p:spPr>
          <a:xfrm>
            <a:off x="5584537" y="2049766"/>
            <a:ext cx="4352407" cy="769441"/>
          </a:xfrm>
          <a:prstGeom prst="rect">
            <a:avLst/>
          </a:prstGeom>
          <a:noFill/>
        </p:spPr>
        <p:txBody>
          <a:bodyPr wrap="square">
            <a:spAutoFit/>
          </a:bodyPr>
          <a:lstStyle/>
          <a:p>
            <a:r>
              <a:rPr kumimoji="1" lang="en-US" altLang="ja-JP" sz="4400" b="1" dirty="0">
                <a:solidFill>
                  <a:schemeClr val="bg1">
                    <a:lumMod val="75000"/>
                  </a:schemeClr>
                </a:solidFill>
                <a:highlight>
                  <a:srgbClr val="000000"/>
                </a:highlight>
                <a:latin typeface="Bell MT" panose="02020503060305020303" pitchFamily="18" charset="0"/>
              </a:rPr>
              <a:t>Seven</a:t>
            </a:r>
            <a:r>
              <a:rPr lang="ja-JP" altLang="en-US" sz="4400" b="1" dirty="0">
                <a:solidFill>
                  <a:schemeClr val="bg1">
                    <a:lumMod val="75000"/>
                  </a:schemeClr>
                </a:solidFill>
                <a:highlight>
                  <a:srgbClr val="000000"/>
                </a:highlight>
                <a:latin typeface="Bell MT" panose="02020503060305020303" pitchFamily="18" charset="0"/>
              </a:rPr>
              <a:t> </a:t>
            </a:r>
            <a:r>
              <a:rPr kumimoji="1" lang="en-US" altLang="ja-JP" sz="4400" b="1" dirty="0">
                <a:solidFill>
                  <a:schemeClr val="bg1">
                    <a:lumMod val="75000"/>
                  </a:schemeClr>
                </a:solidFill>
                <a:highlight>
                  <a:srgbClr val="000000"/>
                </a:highlight>
                <a:latin typeface="Bell MT" panose="02020503060305020303" pitchFamily="18" charset="0"/>
              </a:rPr>
              <a:t>Elements</a:t>
            </a:r>
            <a:endParaRPr kumimoji="1" lang="ja-JP" altLang="en-US" sz="4400" b="1" dirty="0">
              <a:solidFill>
                <a:schemeClr val="bg1">
                  <a:lumMod val="75000"/>
                </a:schemeClr>
              </a:solidFill>
              <a:highlight>
                <a:srgbClr val="000000"/>
              </a:highlight>
              <a:latin typeface="Bell MT" panose="02020503060305020303" pitchFamily="18" charset="0"/>
            </a:endParaRPr>
          </a:p>
        </p:txBody>
      </p:sp>
      <p:sp>
        <p:nvSpPr>
          <p:cNvPr id="58" name="テキスト ボックス 57">
            <a:extLst>
              <a:ext uri="{FF2B5EF4-FFF2-40B4-BE49-F238E27FC236}">
                <a16:creationId xmlns:a16="http://schemas.microsoft.com/office/drawing/2014/main" id="{21B2E26C-B0B2-4C70-AB20-CF74F73A2F96}"/>
              </a:ext>
            </a:extLst>
          </p:cNvPr>
          <p:cNvSpPr txBox="1"/>
          <p:nvPr/>
        </p:nvSpPr>
        <p:spPr>
          <a:xfrm>
            <a:off x="5665155" y="481602"/>
            <a:ext cx="4327628" cy="769441"/>
          </a:xfrm>
          <a:prstGeom prst="rect">
            <a:avLst/>
          </a:prstGeom>
          <a:noFill/>
        </p:spPr>
        <p:txBody>
          <a:bodyPr wrap="square">
            <a:spAutoFit/>
          </a:bodyPr>
          <a:lstStyle/>
          <a:p>
            <a:r>
              <a:rPr kumimoji="1" lang="en-US" altLang="ja-JP" sz="4400" b="1" dirty="0">
                <a:solidFill>
                  <a:srgbClr val="82DAE6"/>
                </a:solidFill>
                <a:highlight>
                  <a:srgbClr val="000000"/>
                </a:highlight>
                <a:latin typeface="Bell MT" panose="02020503060305020303" pitchFamily="18" charset="0"/>
              </a:rPr>
              <a:t>Seven</a:t>
            </a:r>
            <a:r>
              <a:rPr lang="ja-JP" altLang="en-US" sz="4400" b="1" dirty="0">
                <a:solidFill>
                  <a:srgbClr val="82DAE6"/>
                </a:solidFill>
                <a:highlight>
                  <a:srgbClr val="000000"/>
                </a:highlight>
                <a:latin typeface="Bell MT" panose="02020503060305020303" pitchFamily="18" charset="0"/>
              </a:rPr>
              <a:t> </a:t>
            </a:r>
            <a:r>
              <a:rPr kumimoji="1" lang="en-US" altLang="ja-JP" sz="4400" b="1" dirty="0">
                <a:solidFill>
                  <a:srgbClr val="82DAE6"/>
                </a:solidFill>
                <a:highlight>
                  <a:srgbClr val="000000"/>
                </a:highlight>
                <a:latin typeface="Bell MT" panose="02020503060305020303" pitchFamily="18" charset="0"/>
              </a:rPr>
              <a:t>Elements</a:t>
            </a:r>
            <a:endParaRPr kumimoji="1" lang="ja-JP" altLang="en-US" sz="4400" b="1" dirty="0">
              <a:solidFill>
                <a:srgbClr val="82DAE6"/>
              </a:solidFill>
              <a:highlight>
                <a:srgbClr val="000000"/>
              </a:highlight>
              <a:latin typeface="Bell MT" panose="02020503060305020303" pitchFamily="18" charset="0"/>
            </a:endParaRPr>
          </a:p>
        </p:txBody>
      </p:sp>
      <p:sp>
        <p:nvSpPr>
          <p:cNvPr id="66" name="楕円 65">
            <a:extLst>
              <a:ext uri="{FF2B5EF4-FFF2-40B4-BE49-F238E27FC236}">
                <a16:creationId xmlns:a16="http://schemas.microsoft.com/office/drawing/2014/main" id="{503C50A8-73E9-4BB9-96B3-B3740FCAA50E}"/>
              </a:ext>
            </a:extLst>
          </p:cNvPr>
          <p:cNvSpPr/>
          <p:nvPr/>
        </p:nvSpPr>
        <p:spPr>
          <a:xfrm>
            <a:off x="9586237" y="794422"/>
            <a:ext cx="446678" cy="410254"/>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月 68">
            <a:extLst>
              <a:ext uri="{FF2B5EF4-FFF2-40B4-BE49-F238E27FC236}">
                <a16:creationId xmlns:a16="http://schemas.microsoft.com/office/drawing/2014/main" id="{86CD0742-FC52-4580-A06F-7134A313820D}"/>
              </a:ext>
            </a:extLst>
          </p:cNvPr>
          <p:cNvSpPr/>
          <p:nvPr/>
        </p:nvSpPr>
        <p:spPr>
          <a:xfrm rot="5400000">
            <a:off x="5730044" y="472785"/>
            <a:ext cx="457200" cy="1805428"/>
          </a:xfrm>
          <a:prstGeom prst="moon">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76" name="月 75">
            <a:extLst>
              <a:ext uri="{FF2B5EF4-FFF2-40B4-BE49-F238E27FC236}">
                <a16:creationId xmlns:a16="http://schemas.microsoft.com/office/drawing/2014/main" id="{879CDB71-F12D-438E-9855-7BEC8191D79A}"/>
              </a:ext>
            </a:extLst>
          </p:cNvPr>
          <p:cNvSpPr/>
          <p:nvPr/>
        </p:nvSpPr>
        <p:spPr>
          <a:xfrm rot="5400000">
            <a:off x="9225522" y="385815"/>
            <a:ext cx="457200" cy="1905138"/>
          </a:xfrm>
          <a:prstGeom prst="moon">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 name="月 76">
            <a:extLst>
              <a:ext uri="{FF2B5EF4-FFF2-40B4-BE49-F238E27FC236}">
                <a16:creationId xmlns:a16="http://schemas.microsoft.com/office/drawing/2014/main" id="{2A708A3C-69A9-41A8-8E1B-ADF68CC662C5}"/>
              </a:ext>
            </a:extLst>
          </p:cNvPr>
          <p:cNvSpPr/>
          <p:nvPr/>
        </p:nvSpPr>
        <p:spPr>
          <a:xfrm rot="5870594">
            <a:off x="6976102" y="397016"/>
            <a:ext cx="457200" cy="1860148"/>
          </a:xfrm>
          <a:prstGeom prst="moon">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8" name="月 77">
            <a:extLst>
              <a:ext uri="{FF2B5EF4-FFF2-40B4-BE49-F238E27FC236}">
                <a16:creationId xmlns:a16="http://schemas.microsoft.com/office/drawing/2014/main" id="{66EE8260-AC7F-4DC2-A0CC-4A870E76B9CA}"/>
              </a:ext>
            </a:extLst>
          </p:cNvPr>
          <p:cNvSpPr/>
          <p:nvPr/>
        </p:nvSpPr>
        <p:spPr>
          <a:xfrm rot="5723498">
            <a:off x="8189012" y="295468"/>
            <a:ext cx="457200" cy="2093880"/>
          </a:xfrm>
          <a:prstGeom prst="moon">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0" name="直線コネクタ 79">
            <a:extLst>
              <a:ext uri="{FF2B5EF4-FFF2-40B4-BE49-F238E27FC236}">
                <a16:creationId xmlns:a16="http://schemas.microsoft.com/office/drawing/2014/main" id="{C6409541-6BD0-4B26-9AAF-1F7CF7CAA7B6}"/>
              </a:ext>
            </a:extLst>
          </p:cNvPr>
          <p:cNvCxnSpPr>
            <a:cxnSpLocks/>
          </p:cNvCxnSpPr>
          <p:nvPr/>
        </p:nvCxnSpPr>
        <p:spPr>
          <a:xfrm flipH="1" flipV="1">
            <a:off x="5591510" y="197798"/>
            <a:ext cx="9850" cy="1207329"/>
          </a:xfrm>
          <a:prstGeom prst="line">
            <a:avLst/>
          </a:prstGeom>
        </p:spPr>
        <p:style>
          <a:lnRef idx="3">
            <a:schemeClr val="dk1"/>
          </a:lnRef>
          <a:fillRef idx="0">
            <a:schemeClr val="dk1"/>
          </a:fillRef>
          <a:effectRef idx="2">
            <a:schemeClr val="dk1"/>
          </a:effectRef>
          <a:fontRef idx="minor">
            <a:schemeClr val="tx1"/>
          </a:fontRef>
        </p:style>
      </p:cxnSp>
      <p:cxnSp>
        <p:nvCxnSpPr>
          <p:cNvPr id="84" name="直線コネクタ 83">
            <a:extLst>
              <a:ext uri="{FF2B5EF4-FFF2-40B4-BE49-F238E27FC236}">
                <a16:creationId xmlns:a16="http://schemas.microsoft.com/office/drawing/2014/main" id="{9DC0A0E8-D366-490A-A31E-E69F1D6C7497}"/>
              </a:ext>
            </a:extLst>
          </p:cNvPr>
          <p:cNvCxnSpPr>
            <a:cxnSpLocks/>
          </p:cNvCxnSpPr>
          <p:nvPr/>
        </p:nvCxnSpPr>
        <p:spPr>
          <a:xfrm>
            <a:off x="5603849" y="1398760"/>
            <a:ext cx="4520734" cy="39359"/>
          </a:xfrm>
          <a:prstGeom prst="line">
            <a:avLst/>
          </a:prstGeom>
        </p:spPr>
        <p:style>
          <a:lnRef idx="3">
            <a:schemeClr val="dk1"/>
          </a:lnRef>
          <a:fillRef idx="0">
            <a:schemeClr val="dk1"/>
          </a:fillRef>
          <a:effectRef idx="2">
            <a:schemeClr val="dk1"/>
          </a:effectRef>
          <a:fontRef idx="minor">
            <a:schemeClr val="tx1"/>
          </a:fontRef>
        </p:style>
      </p:cxnSp>
      <p:cxnSp>
        <p:nvCxnSpPr>
          <p:cNvPr id="85" name="直線コネクタ 84">
            <a:extLst>
              <a:ext uri="{FF2B5EF4-FFF2-40B4-BE49-F238E27FC236}">
                <a16:creationId xmlns:a16="http://schemas.microsoft.com/office/drawing/2014/main" id="{45E9023E-CD0B-41FA-BE6E-6D4E1F94CEED}"/>
              </a:ext>
            </a:extLst>
          </p:cNvPr>
          <p:cNvCxnSpPr>
            <a:cxnSpLocks/>
          </p:cNvCxnSpPr>
          <p:nvPr/>
        </p:nvCxnSpPr>
        <p:spPr>
          <a:xfrm>
            <a:off x="10124583" y="238173"/>
            <a:ext cx="0" cy="1217310"/>
          </a:xfrm>
          <a:prstGeom prst="line">
            <a:avLst/>
          </a:prstGeom>
        </p:spPr>
        <p:style>
          <a:lnRef idx="3">
            <a:schemeClr val="dk1"/>
          </a:lnRef>
          <a:fillRef idx="0">
            <a:schemeClr val="dk1"/>
          </a:fillRef>
          <a:effectRef idx="2">
            <a:schemeClr val="dk1"/>
          </a:effectRef>
          <a:fontRef idx="minor">
            <a:schemeClr val="tx1"/>
          </a:fontRef>
        </p:style>
      </p:cxnSp>
      <p:pic>
        <p:nvPicPr>
          <p:cNvPr id="104" name="グラフィックス 103" descr="雪の結晶 単色塗りつぶし">
            <a:extLst>
              <a:ext uri="{FF2B5EF4-FFF2-40B4-BE49-F238E27FC236}">
                <a16:creationId xmlns:a16="http://schemas.microsoft.com/office/drawing/2014/main" id="{96D32AD9-3AB0-4B64-97CF-6C9CB6BE055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81208" y="195212"/>
            <a:ext cx="375389" cy="375389"/>
          </a:xfrm>
          <a:prstGeom prst="rect">
            <a:avLst/>
          </a:prstGeom>
        </p:spPr>
      </p:pic>
      <p:pic>
        <p:nvPicPr>
          <p:cNvPr id="105" name="グラフィックス 104" descr="雪の結晶 単色塗りつぶし">
            <a:extLst>
              <a:ext uri="{FF2B5EF4-FFF2-40B4-BE49-F238E27FC236}">
                <a16:creationId xmlns:a16="http://schemas.microsoft.com/office/drawing/2014/main" id="{CB935BE2-7A36-43F4-8D24-A4551700854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42316" y="440825"/>
            <a:ext cx="375389" cy="375389"/>
          </a:xfrm>
          <a:prstGeom prst="rect">
            <a:avLst/>
          </a:prstGeom>
        </p:spPr>
      </p:pic>
      <p:pic>
        <p:nvPicPr>
          <p:cNvPr id="106" name="グラフィックス 105" descr="雪の結晶 単色塗りつぶし">
            <a:extLst>
              <a:ext uri="{FF2B5EF4-FFF2-40B4-BE49-F238E27FC236}">
                <a16:creationId xmlns:a16="http://schemas.microsoft.com/office/drawing/2014/main" id="{26B5365B-4004-4D88-98D5-D92BB1BD41A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68477" y="247633"/>
            <a:ext cx="375389" cy="375389"/>
          </a:xfrm>
          <a:prstGeom prst="rect">
            <a:avLst/>
          </a:prstGeom>
        </p:spPr>
      </p:pic>
      <p:pic>
        <p:nvPicPr>
          <p:cNvPr id="107" name="グラフィックス 106" descr="雪の結晶 単色塗りつぶし">
            <a:extLst>
              <a:ext uri="{FF2B5EF4-FFF2-40B4-BE49-F238E27FC236}">
                <a16:creationId xmlns:a16="http://schemas.microsoft.com/office/drawing/2014/main" id="{98585C90-7D7A-4F7E-8EA5-04B009B6865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48189" y="428441"/>
            <a:ext cx="375389" cy="375389"/>
          </a:xfrm>
          <a:prstGeom prst="rect">
            <a:avLst/>
          </a:prstGeom>
        </p:spPr>
      </p:pic>
      <p:sp>
        <p:nvSpPr>
          <p:cNvPr id="110" name="楕円 109">
            <a:extLst>
              <a:ext uri="{FF2B5EF4-FFF2-40B4-BE49-F238E27FC236}">
                <a16:creationId xmlns:a16="http://schemas.microsoft.com/office/drawing/2014/main" id="{D1DB24AA-D89F-4BDC-947E-AE75A5553A72}"/>
              </a:ext>
            </a:extLst>
          </p:cNvPr>
          <p:cNvSpPr/>
          <p:nvPr/>
        </p:nvSpPr>
        <p:spPr>
          <a:xfrm>
            <a:off x="9617394" y="488749"/>
            <a:ext cx="375389" cy="36257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1" name="楕円 110">
            <a:extLst>
              <a:ext uri="{FF2B5EF4-FFF2-40B4-BE49-F238E27FC236}">
                <a16:creationId xmlns:a16="http://schemas.microsoft.com/office/drawing/2014/main" id="{B72A36E5-D18F-439D-9F78-FB5DDC06B14F}"/>
              </a:ext>
            </a:extLst>
          </p:cNvPr>
          <p:cNvSpPr/>
          <p:nvPr/>
        </p:nvSpPr>
        <p:spPr>
          <a:xfrm>
            <a:off x="9753734" y="847324"/>
            <a:ext cx="116242" cy="118305"/>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2" name="楕円 111">
            <a:extLst>
              <a:ext uri="{FF2B5EF4-FFF2-40B4-BE49-F238E27FC236}">
                <a16:creationId xmlns:a16="http://schemas.microsoft.com/office/drawing/2014/main" id="{14CF7E58-C9A7-4381-8468-5CB562F6407C}"/>
              </a:ext>
            </a:extLst>
          </p:cNvPr>
          <p:cNvSpPr/>
          <p:nvPr/>
        </p:nvSpPr>
        <p:spPr>
          <a:xfrm>
            <a:off x="9753734" y="999815"/>
            <a:ext cx="116242" cy="118305"/>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3" name="台形 112">
            <a:extLst>
              <a:ext uri="{FF2B5EF4-FFF2-40B4-BE49-F238E27FC236}">
                <a16:creationId xmlns:a16="http://schemas.microsoft.com/office/drawing/2014/main" id="{5A6A7525-765E-4CFA-9C01-AA51BAE60AC0}"/>
              </a:ext>
            </a:extLst>
          </p:cNvPr>
          <p:cNvSpPr/>
          <p:nvPr/>
        </p:nvSpPr>
        <p:spPr>
          <a:xfrm rot="1838875">
            <a:off x="9837433" y="382685"/>
            <a:ext cx="191706" cy="152882"/>
          </a:xfrm>
          <a:prstGeom prst="trapezoid">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4" name="正方形/長方形 113">
            <a:extLst>
              <a:ext uri="{FF2B5EF4-FFF2-40B4-BE49-F238E27FC236}">
                <a16:creationId xmlns:a16="http://schemas.microsoft.com/office/drawing/2014/main" id="{49AA939C-3153-4C56-B1EA-DC24CD810009}"/>
              </a:ext>
            </a:extLst>
          </p:cNvPr>
          <p:cNvSpPr/>
          <p:nvPr/>
        </p:nvSpPr>
        <p:spPr>
          <a:xfrm flipV="1">
            <a:off x="9691813" y="548094"/>
            <a:ext cx="83800" cy="4571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6" name="正方形/長方形 115">
            <a:extLst>
              <a:ext uri="{FF2B5EF4-FFF2-40B4-BE49-F238E27FC236}">
                <a16:creationId xmlns:a16="http://schemas.microsoft.com/office/drawing/2014/main" id="{1CB33D6B-5113-4A79-8DC8-ACD5D95C4125}"/>
              </a:ext>
            </a:extLst>
          </p:cNvPr>
          <p:cNvSpPr/>
          <p:nvPr/>
        </p:nvSpPr>
        <p:spPr>
          <a:xfrm flipV="1">
            <a:off x="9840746" y="548094"/>
            <a:ext cx="83800" cy="4571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7" name="楕円 116">
            <a:extLst>
              <a:ext uri="{FF2B5EF4-FFF2-40B4-BE49-F238E27FC236}">
                <a16:creationId xmlns:a16="http://schemas.microsoft.com/office/drawing/2014/main" id="{5531074D-EB0C-491D-8C04-9E48A7BBEBBA}"/>
              </a:ext>
            </a:extLst>
          </p:cNvPr>
          <p:cNvSpPr/>
          <p:nvPr/>
        </p:nvSpPr>
        <p:spPr>
          <a:xfrm>
            <a:off x="9711749" y="630250"/>
            <a:ext cx="63975" cy="67727"/>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19" name="グラフィックス 118" descr="雪の結晶 単色塗りつぶし">
            <a:extLst>
              <a:ext uri="{FF2B5EF4-FFF2-40B4-BE49-F238E27FC236}">
                <a16:creationId xmlns:a16="http://schemas.microsoft.com/office/drawing/2014/main" id="{235CE857-38A3-4519-87CB-C76C552A989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031011" y="184569"/>
            <a:ext cx="375389" cy="375389"/>
          </a:xfrm>
          <a:prstGeom prst="rect">
            <a:avLst/>
          </a:prstGeom>
        </p:spPr>
      </p:pic>
      <p:pic>
        <p:nvPicPr>
          <p:cNvPr id="151" name="グラフィックス 150" descr="もみの木 単色塗りつぶし">
            <a:extLst>
              <a:ext uri="{FF2B5EF4-FFF2-40B4-BE49-F238E27FC236}">
                <a16:creationId xmlns:a16="http://schemas.microsoft.com/office/drawing/2014/main" id="{3A8D9314-278E-48A1-ACAC-4895D0B84DC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107356" y="5791582"/>
            <a:ext cx="851192" cy="871280"/>
          </a:xfrm>
          <a:prstGeom prst="rect">
            <a:avLst/>
          </a:prstGeom>
        </p:spPr>
      </p:pic>
      <p:pic>
        <p:nvPicPr>
          <p:cNvPr id="153" name="グラフィックス 152" descr="植物 単色塗りつぶし">
            <a:extLst>
              <a:ext uri="{FF2B5EF4-FFF2-40B4-BE49-F238E27FC236}">
                <a16:creationId xmlns:a16="http://schemas.microsoft.com/office/drawing/2014/main" id="{AD3ECFD8-184E-4A74-A7C2-F06C8864E53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643766" y="5585872"/>
            <a:ext cx="541670" cy="541670"/>
          </a:xfrm>
          <a:prstGeom prst="rect">
            <a:avLst/>
          </a:prstGeom>
        </p:spPr>
      </p:pic>
      <p:pic>
        <p:nvPicPr>
          <p:cNvPr id="155" name="グラフィックス 154" descr="葉 単色塗りつぶし">
            <a:extLst>
              <a:ext uri="{FF2B5EF4-FFF2-40B4-BE49-F238E27FC236}">
                <a16:creationId xmlns:a16="http://schemas.microsoft.com/office/drawing/2014/main" id="{7EFC092F-3F7B-4432-B3E9-9BBB0676C50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617664" y="5791582"/>
            <a:ext cx="430695" cy="430695"/>
          </a:xfrm>
          <a:prstGeom prst="rect">
            <a:avLst/>
          </a:prstGeom>
        </p:spPr>
      </p:pic>
      <p:pic>
        <p:nvPicPr>
          <p:cNvPr id="162" name="グラフィックス 161" descr="ロボット 単色塗りつぶし">
            <a:extLst>
              <a:ext uri="{FF2B5EF4-FFF2-40B4-BE49-F238E27FC236}">
                <a16:creationId xmlns:a16="http://schemas.microsoft.com/office/drawing/2014/main" id="{CE618827-DF16-4279-9FCA-54DAEEE7F94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393665" y="2166821"/>
            <a:ext cx="551555" cy="551555"/>
          </a:xfrm>
          <a:prstGeom prst="rect">
            <a:avLst/>
          </a:prstGeom>
        </p:spPr>
      </p:pic>
      <p:pic>
        <p:nvPicPr>
          <p:cNvPr id="167" name="グラフィックス 166" descr="歯車 単色塗りつぶし">
            <a:extLst>
              <a:ext uri="{FF2B5EF4-FFF2-40B4-BE49-F238E27FC236}">
                <a16:creationId xmlns:a16="http://schemas.microsoft.com/office/drawing/2014/main" id="{A3D05193-BE0C-4709-A38B-4712509C8C2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773286">
            <a:off x="8896695" y="1730181"/>
            <a:ext cx="605273" cy="605273"/>
          </a:xfrm>
          <a:prstGeom prst="rect">
            <a:avLst/>
          </a:prstGeom>
        </p:spPr>
      </p:pic>
      <p:pic>
        <p:nvPicPr>
          <p:cNvPr id="169" name="グラフィックス 168" descr="火 単色塗りつぶし">
            <a:extLst>
              <a:ext uri="{FF2B5EF4-FFF2-40B4-BE49-F238E27FC236}">
                <a16:creationId xmlns:a16="http://schemas.microsoft.com/office/drawing/2014/main" id="{39DAD0B3-B42E-4DD8-A4DD-BB546B18CDA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150640" y="277168"/>
            <a:ext cx="321544" cy="321544"/>
          </a:xfrm>
          <a:prstGeom prst="rect">
            <a:avLst/>
          </a:prstGeom>
        </p:spPr>
      </p:pic>
      <p:pic>
        <p:nvPicPr>
          <p:cNvPr id="175" name="グラフィックス 174" descr="電球と歯車 単色塗りつぶし">
            <a:extLst>
              <a:ext uri="{FF2B5EF4-FFF2-40B4-BE49-F238E27FC236}">
                <a16:creationId xmlns:a16="http://schemas.microsoft.com/office/drawing/2014/main" id="{11BDEB2F-1E0D-455C-A040-AD738D6A03C4}"/>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800239" y="2992045"/>
            <a:ext cx="374516" cy="374516"/>
          </a:xfrm>
          <a:prstGeom prst="rect">
            <a:avLst/>
          </a:prstGeom>
        </p:spPr>
      </p:pic>
      <p:pic>
        <p:nvPicPr>
          <p:cNvPr id="177" name="グラフィックス 176" descr="歯車 1 つ 単色塗りつぶし">
            <a:extLst>
              <a:ext uri="{FF2B5EF4-FFF2-40B4-BE49-F238E27FC236}">
                <a16:creationId xmlns:a16="http://schemas.microsoft.com/office/drawing/2014/main" id="{C74FEF1D-F5E2-4EF1-8BE5-FFCC398DE29F}"/>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5916898" y="1886460"/>
            <a:ext cx="418288" cy="418288"/>
          </a:xfrm>
          <a:prstGeom prst="rect">
            <a:avLst/>
          </a:prstGeom>
        </p:spPr>
      </p:pic>
      <p:sp>
        <p:nvSpPr>
          <p:cNvPr id="179" name="楕円 178">
            <a:extLst>
              <a:ext uri="{FF2B5EF4-FFF2-40B4-BE49-F238E27FC236}">
                <a16:creationId xmlns:a16="http://schemas.microsoft.com/office/drawing/2014/main" id="{34D3C7A3-D676-429A-8339-AE152216A6CC}"/>
              </a:ext>
            </a:extLst>
          </p:cNvPr>
          <p:cNvSpPr/>
          <p:nvPr/>
        </p:nvSpPr>
        <p:spPr>
          <a:xfrm>
            <a:off x="9840746" y="621150"/>
            <a:ext cx="63975" cy="67727"/>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0" name="楕円 179">
            <a:extLst>
              <a:ext uri="{FF2B5EF4-FFF2-40B4-BE49-F238E27FC236}">
                <a16:creationId xmlns:a16="http://schemas.microsoft.com/office/drawing/2014/main" id="{733C756E-06E2-43ED-A453-4B31D8E99EE5}"/>
              </a:ext>
            </a:extLst>
          </p:cNvPr>
          <p:cNvSpPr/>
          <p:nvPr/>
        </p:nvSpPr>
        <p:spPr>
          <a:xfrm>
            <a:off x="9715279" y="621916"/>
            <a:ext cx="63975" cy="67727"/>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1" name="稲妻 180">
            <a:extLst>
              <a:ext uri="{FF2B5EF4-FFF2-40B4-BE49-F238E27FC236}">
                <a16:creationId xmlns:a16="http://schemas.microsoft.com/office/drawing/2014/main" id="{B59EA596-BDC6-4531-9C7F-1E1492C8CB74}"/>
              </a:ext>
            </a:extLst>
          </p:cNvPr>
          <p:cNvSpPr/>
          <p:nvPr/>
        </p:nvSpPr>
        <p:spPr>
          <a:xfrm flipH="1">
            <a:off x="1392917" y="3056757"/>
            <a:ext cx="596521" cy="404362"/>
          </a:xfrm>
          <a:prstGeom prst="lightningBol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pic>
        <p:nvPicPr>
          <p:cNvPr id="3" name="グラフィックス 2" descr="心拍 単色塗りつぶし">
            <a:extLst>
              <a:ext uri="{FF2B5EF4-FFF2-40B4-BE49-F238E27FC236}">
                <a16:creationId xmlns:a16="http://schemas.microsoft.com/office/drawing/2014/main" id="{8F54712E-35FD-45F7-B32F-477AF378540C}"/>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rot="19618183">
            <a:off x="2254469" y="3276808"/>
            <a:ext cx="216045" cy="216045"/>
          </a:xfrm>
          <a:prstGeom prst="rect">
            <a:avLst/>
          </a:prstGeom>
        </p:spPr>
      </p:pic>
      <p:pic>
        <p:nvPicPr>
          <p:cNvPr id="62" name="グラフィックス 61" descr="心拍 単色塗りつぶし">
            <a:extLst>
              <a:ext uri="{FF2B5EF4-FFF2-40B4-BE49-F238E27FC236}">
                <a16:creationId xmlns:a16="http://schemas.microsoft.com/office/drawing/2014/main" id="{C6F06846-1288-4B0A-AB8C-BDCAD5C86F06}"/>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rot="19618183">
            <a:off x="5088927" y="3258539"/>
            <a:ext cx="216045" cy="216045"/>
          </a:xfrm>
          <a:prstGeom prst="rect">
            <a:avLst/>
          </a:prstGeom>
        </p:spPr>
      </p:pic>
      <p:pic>
        <p:nvPicPr>
          <p:cNvPr id="63" name="グラフィックス 62" descr="心拍 単色塗りつぶし">
            <a:extLst>
              <a:ext uri="{FF2B5EF4-FFF2-40B4-BE49-F238E27FC236}">
                <a16:creationId xmlns:a16="http://schemas.microsoft.com/office/drawing/2014/main" id="{DDEA3C89-5BB6-4851-91F8-177228169BA5}"/>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rot="19618183">
            <a:off x="3397278" y="3093912"/>
            <a:ext cx="216045" cy="216045"/>
          </a:xfrm>
          <a:prstGeom prst="rect">
            <a:avLst/>
          </a:prstGeom>
        </p:spPr>
      </p:pic>
      <p:pic>
        <p:nvPicPr>
          <p:cNvPr id="64" name="グラフィックス 63" descr="心拍 単色塗りつぶし">
            <a:extLst>
              <a:ext uri="{FF2B5EF4-FFF2-40B4-BE49-F238E27FC236}">
                <a16:creationId xmlns:a16="http://schemas.microsoft.com/office/drawing/2014/main" id="{ED320427-0F31-450E-BB60-2D1D43428BE7}"/>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rot="19618183">
            <a:off x="5592157" y="3127362"/>
            <a:ext cx="216045" cy="216045"/>
          </a:xfrm>
          <a:prstGeom prst="rect">
            <a:avLst/>
          </a:prstGeom>
        </p:spPr>
      </p:pic>
      <p:pic>
        <p:nvPicPr>
          <p:cNvPr id="65" name="グラフィックス 64" descr="水 単色塗りつぶし">
            <a:extLst>
              <a:ext uri="{FF2B5EF4-FFF2-40B4-BE49-F238E27FC236}">
                <a16:creationId xmlns:a16="http://schemas.microsoft.com/office/drawing/2014/main" id="{87BC7BA3-C66D-4E98-A0C2-D875E84B0559}"/>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2862401" y="1558945"/>
            <a:ext cx="160482" cy="418288"/>
          </a:xfrm>
          <a:prstGeom prst="rect">
            <a:avLst/>
          </a:prstGeom>
        </p:spPr>
      </p:pic>
      <p:pic>
        <p:nvPicPr>
          <p:cNvPr id="67" name="グラフィックス 66" descr="水 単色塗りつぶし">
            <a:extLst>
              <a:ext uri="{FF2B5EF4-FFF2-40B4-BE49-F238E27FC236}">
                <a16:creationId xmlns:a16="http://schemas.microsoft.com/office/drawing/2014/main" id="{09A9ADE5-81C1-4FE9-B8C8-ED2DD72E0EDB}"/>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252955" y="1789380"/>
            <a:ext cx="160482" cy="418288"/>
          </a:xfrm>
          <a:prstGeom prst="rect">
            <a:avLst/>
          </a:prstGeom>
        </p:spPr>
      </p:pic>
      <p:pic>
        <p:nvPicPr>
          <p:cNvPr id="68" name="グラフィックス 67" descr="水 単色塗りつぶし">
            <a:extLst>
              <a:ext uri="{FF2B5EF4-FFF2-40B4-BE49-F238E27FC236}">
                <a16:creationId xmlns:a16="http://schemas.microsoft.com/office/drawing/2014/main" id="{B85A1C80-BDFC-4809-A932-364648472F36}"/>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2429940" y="1717546"/>
            <a:ext cx="160482" cy="418288"/>
          </a:xfrm>
          <a:prstGeom prst="rect">
            <a:avLst/>
          </a:prstGeom>
        </p:spPr>
      </p:pic>
      <p:pic>
        <p:nvPicPr>
          <p:cNvPr id="70" name="グラフィックス 69" descr="水 単色塗りつぶし">
            <a:extLst>
              <a:ext uri="{FF2B5EF4-FFF2-40B4-BE49-F238E27FC236}">
                <a16:creationId xmlns:a16="http://schemas.microsoft.com/office/drawing/2014/main" id="{51A38CC7-E198-4604-93B6-A1DE07995DB5}"/>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885988" y="1597091"/>
            <a:ext cx="160482" cy="418288"/>
          </a:xfrm>
          <a:prstGeom prst="rect">
            <a:avLst/>
          </a:prstGeom>
        </p:spPr>
      </p:pic>
      <p:pic>
        <p:nvPicPr>
          <p:cNvPr id="71" name="グラフィックス 70" descr="水 単色塗りつぶし">
            <a:extLst>
              <a:ext uri="{FF2B5EF4-FFF2-40B4-BE49-F238E27FC236}">
                <a16:creationId xmlns:a16="http://schemas.microsoft.com/office/drawing/2014/main" id="{1810794C-2271-48B4-BC05-3D34330F8E5E}"/>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394240" y="1797897"/>
            <a:ext cx="160482" cy="418288"/>
          </a:xfrm>
          <a:prstGeom prst="rect">
            <a:avLst/>
          </a:prstGeom>
        </p:spPr>
      </p:pic>
      <p:pic>
        <p:nvPicPr>
          <p:cNvPr id="72" name="グラフィックス 71" descr="水 単色塗りつぶし">
            <a:extLst>
              <a:ext uri="{FF2B5EF4-FFF2-40B4-BE49-F238E27FC236}">
                <a16:creationId xmlns:a16="http://schemas.microsoft.com/office/drawing/2014/main" id="{D67A660A-9AB5-44E6-AC18-E9050BF10D50}"/>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294941" y="1588753"/>
            <a:ext cx="160482" cy="418288"/>
          </a:xfrm>
          <a:prstGeom prst="rect">
            <a:avLst/>
          </a:prstGeom>
        </p:spPr>
      </p:pic>
      <p:pic>
        <p:nvPicPr>
          <p:cNvPr id="73" name="グラフィックス 72" descr="水 単色塗りつぶし">
            <a:extLst>
              <a:ext uri="{FF2B5EF4-FFF2-40B4-BE49-F238E27FC236}">
                <a16:creationId xmlns:a16="http://schemas.microsoft.com/office/drawing/2014/main" id="{49518E81-34DB-4676-A35B-7B01A63258D2}"/>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4199322" y="2009180"/>
            <a:ext cx="160482" cy="418288"/>
          </a:xfrm>
          <a:prstGeom prst="rect">
            <a:avLst/>
          </a:prstGeom>
        </p:spPr>
      </p:pic>
      <p:pic>
        <p:nvPicPr>
          <p:cNvPr id="74" name="グラフィックス 73" descr="水 単色塗りつぶし">
            <a:extLst>
              <a:ext uri="{FF2B5EF4-FFF2-40B4-BE49-F238E27FC236}">
                <a16:creationId xmlns:a16="http://schemas.microsoft.com/office/drawing/2014/main" id="{0185D69E-4526-465F-8A5E-385C4F4D7B1C}"/>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774197" y="1840622"/>
            <a:ext cx="160482" cy="418288"/>
          </a:xfrm>
          <a:prstGeom prst="rect">
            <a:avLst/>
          </a:prstGeom>
        </p:spPr>
      </p:pic>
      <p:pic>
        <p:nvPicPr>
          <p:cNvPr id="75" name="グラフィックス 74" descr="水 単色塗りつぶし">
            <a:extLst>
              <a:ext uri="{FF2B5EF4-FFF2-40B4-BE49-F238E27FC236}">
                <a16:creationId xmlns:a16="http://schemas.microsoft.com/office/drawing/2014/main" id="{D13259AB-B5BB-42FF-9804-8B0B0B796222}"/>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530695" y="2342905"/>
            <a:ext cx="160482" cy="418288"/>
          </a:xfrm>
          <a:prstGeom prst="rect">
            <a:avLst/>
          </a:prstGeom>
        </p:spPr>
      </p:pic>
      <p:pic>
        <p:nvPicPr>
          <p:cNvPr id="79" name="グラフィックス 78" descr="水 単色塗りつぶし">
            <a:extLst>
              <a:ext uri="{FF2B5EF4-FFF2-40B4-BE49-F238E27FC236}">
                <a16:creationId xmlns:a16="http://schemas.microsoft.com/office/drawing/2014/main" id="{C30E118F-8659-4943-B6B4-BE2D92609EC4}"/>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034481" y="1566984"/>
            <a:ext cx="160482" cy="418288"/>
          </a:xfrm>
          <a:prstGeom prst="rect">
            <a:avLst/>
          </a:prstGeom>
        </p:spPr>
      </p:pic>
      <p:pic>
        <p:nvPicPr>
          <p:cNvPr id="12" name="グラフィックス 11" descr="魚 単色塗りつぶし">
            <a:extLst>
              <a:ext uri="{FF2B5EF4-FFF2-40B4-BE49-F238E27FC236}">
                <a16:creationId xmlns:a16="http://schemas.microsoft.com/office/drawing/2014/main" id="{341AA9F1-CE96-4E3D-83BA-5904DAF82805}"/>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3788623" y="2314378"/>
            <a:ext cx="545099" cy="545099"/>
          </a:xfrm>
          <a:prstGeom prst="rect">
            <a:avLst/>
          </a:prstGeom>
        </p:spPr>
      </p:pic>
    </p:spTree>
    <p:extLst>
      <p:ext uri="{BB962C8B-B14F-4D97-AF65-F5344CB8AC3E}">
        <p14:creationId xmlns:p14="http://schemas.microsoft.com/office/powerpoint/2010/main" val="4463526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6AB40D51-BB46-4461-8EF0-536A7C475642}"/>
              </a:ext>
            </a:extLst>
          </p:cNvPr>
          <p:cNvSpPr/>
          <p:nvPr/>
        </p:nvSpPr>
        <p:spPr>
          <a:xfrm>
            <a:off x="1629355" y="850900"/>
            <a:ext cx="2723823" cy="8255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D5F723DF-E44D-4631-8BED-04F9F041EEFE}"/>
              </a:ext>
            </a:extLst>
          </p:cNvPr>
          <p:cNvSpPr txBox="1"/>
          <p:nvPr/>
        </p:nvSpPr>
        <p:spPr>
          <a:xfrm>
            <a:off x="190500" y="177800"/>
            <a:ext cx="2800767" cy="461665"/>
          </a:xfrm>
          <a:prstGeom prst="rect">
            <a:avLst/>
          </a:prstGeom>
          <a:noFill/>
        </p:spPr>
        <p:txBody>
          <a:bodyPr wrap="none" rtlCol="0">
            <a:spAutoFit/>
          </a:bodyPr>
          <a:lstStyle/>
          <a:p>
            <a:r>
              <a:rPr kumimoji="1" lang="ja-JP" altLang="en-US" sz="2400" b="1" dirty="0"/>
              <a:t>セーブ</a:t>
            </a:r>
            <a:r>
              <a:rPr kumimoji="1" lang="en-US" altLang="ja-JP" sz="2400" b="1" dirty="0"/>
              <a:t>/</a:t>
            </a:r>
            <a:r>
              <a:rPr kumimoji="1" lang="ja-JP" altLang="en-US" sz="2400" b="1" dirty="0"/>
              <a:t>ロード画面</a:t>
            </a:r>
          </a:p>
        </p:txBody>
      </p:sp>
      <p:sp>
        <p:nvSpPr>
          <p:cNvPr id="3" name="テキスト ボックス 2">
            <a:extLst>
              <a:ext uri="{FF2B5EF4-FFF2-40B4-BE49-F238E27FC236}">
                <a16:creationId xmlns:a16="http://schemas.microsoft.com/office/drawing/2014/main" id="{60D0D601-AF24-45E8-BED2-2C7035221224}"/>
              </a:ext>
            </a:extLst>
          </p:cNvPr>
          <p:cNvSpPr txBox="1"/>
          <p:nvPr/>
        </p:nvSpPr>
        <p:spPr>
          <a:xfrm>
            <a:off x="1629355" y="986750"/>
            <a:ext cx="2723823" cy="2308324"/>
          </a:xfrm>
          <a:prstGeom prst="rect">
            <a:avLst/>
          </a:prstGeom>
          <a:noFill/>
        </p:spPr>
        <p:txBody>
          <a:bodyPr wrap="none" rtlCol="0">
            <a:spAutoFit/>
          </a:bodyPr>
          <a:lstStyle/>
          <a:p>
            <a:r>
              <a:rPr kumimoji="1" lang="ja-JP" altLang="en-US" dirty="0"/>
              <a:t>データ１　ステージ画像</a:t>
            </a:r>
            <a:endParaRPr kumimoji="1" lang="en-US" altLang="ja-JP" dirty="0"/>
          </a:p>
          <a:p>
            <a:r>
              <a:rPr lang="ja-JP" altLang="en-US" dirty="0"/>
              <a:t>　　　　　プレイ時間</a:t>
            </a:r>
            <a:endParaRPr lang="en-US" altLang="ja-JP" dirty="0"/>
          </a:p>
          <a:p>
            <a:endParaRPr kumimoji="1" lang="en-US" altLang="ja-JP" dirty="0"/>
          </a:p>
          <a:p>
            <a:r>
              <a:rPr kumimoji="1" lang="ja-JP" altLang="en-US" dirty="0"/>
              <a:t>データ</a:t>
            </a:r>
            <a:r>
              <a:rPr kumimoji="1" lang="en-US" altLang="ja-JP" dirty="0"/>
              <a:t>2</a:t>
            </a:r>
            <a:r>
              <a:rPr kumimoji="1" lang="ja-JP" altLang="en-US" dirty="0"/>
              <a:t>　ステージ画像</a:t>
            </a:r>
            <a:endParaRPr kumimoji="1" lang="en-US" altLang="ja-JP" dirty="0"/>
          </a:p>
          <a:p>
            <a:r>
              <a:rPr lang="ja-JP" altLang="en-US" dirty="0"/>
              <a:t>　　　　　プレイ時間</a:t>
            </a:r>
            <a:endParaRPr kumimoji="1" lang="ja-JP" altLang="en-US" dirty="0"/>
          </a:p>
          <a:p>
            <a:endParaRPr kumimoji="1" lang="en-US" altLang="ja-JP" dirty="0"/>
          </a:p>
          <a:p>
            <a:r>
              <a:rPr kumimoji="1" lang="ja-JP" altLang="en-US" dirty="0"/>
              <a:t>データ</a:t>
            </a:r>
            <a:r>
              <a:rPr kumimoji="1" lang="en-US" altLang="ja-JP" dirty="0"/>
              <a:t>3</a:t>
            </a:r>
            <a:r>
              <a:rPr kumimoji="1" lang="ja-JP" altLang="en-US" dirty="0"/>
              <a:t>　ステージ画像</a:t>
            </a:r>
            <a:endParaRPr kumimoji="1" lang="en-US" altLang="ja-JP" dirty="0"/>
          </a:p>
          <a:p>
            <a:r>
              <a:rPr lang="ja-JP" altLang="en-US" dirty="0"/>
              <a:t>　　　　　プレイ時間</a:t>
            </a:r>
            <a:endParaRPr kumimoji="1" lang="ja-JP" altLang="en-US" dirty="0"/>
          </a:p>
        </p:txBody>
      </p:sp>
      <p:graphicFrame>
        <p:nvGraphicFramePr>
          <p:cNvPr id="4" name="表 4">
            <a:extLst>
              <a:ext uri="{FF2B5EF4-FFF2-40B4-BE49-F238E27FC236}">
                <a16:creationId xmlns:a16="http://schemas.microsoft.com/office/drawing/2014/main" id="{8CFA5E03-BE39-4834-B449-5CE349FCA504}"/>
              </a:ext>
            </a:extLst>
          </p:cNvPr>
          <p:cNvGraphicFramePr>
            <a:graphicFrameLocks noGrp="1"/>
          </p:cNvGraphicFramePr>
          <p:nvPr>
            <p:extLst>
              <p:ext uri="{D42A27DB-BD31-4B8C-83A1-F6EECF244321}">
                <p14:modId xmlns:p14="http://schemas.microsoft.com/office/powerpoint/2010/main" val="4038329496"/>
              </p:ext>
            </p:extLst>
          </p:nvPr>
        </p:nvGraphicFramePr>
        <p:xfrm>
          <a:off x="248066" y="3562927"/>
          <a:ext cx="11201400" cy="3017520"/>
        </p:xfrm>
        <a:graphic>
          <a:graphicData uri="http://schemas.openxmlformats.org/drawingml/2006/table">
            <a:tbl>
              <a:tblPr firstRow="1" bandRow="1">
                <a:tableStyleId>{5C22544A-7EE6-4342-B048-85BDC9FD1C3A}</a:tableStyleId>
              </a:tblPr>
              <a:tblGrid>
                <a:gridCol w="3900379">
                  <a:extLst>
                    <a:ext uri="{9D8B030D-6E8A-4147-A177-3AD203B41FA5}">
                      <a16:colId xmlns:a16="http://schemas.microsoft.com/office/drawing/2014/main" val="682253576"/>
                    </a:ext>
                  </a:extLst>
                </a:gridCol>
                <a:gridCol w="7301021">
                  <a:extLst>
                    <a:ext uri="{9D8B030D-6E8A-4147-A177-3AD203B41FA5}">
                      <a16:colId xmlns:a16="http://schemas.microsoft.com/office/drawing/2014/main" val="940895036"/>
                    </a:ext>
                  </a:extLst>
                </a:gridCol>
              </a:tblGrid>
              <a:tr h="347275">
                <a:tc>
                  <a:txBody>
                    <a:bodyPr/>
                    <a:lstStyle/>
                    <a:p>
                      <a:r>
                        <a:rPr kumimoji="1" lang="ja-JP" altLang="en-US" dirty="0"/>
                        <a:t>詳細</a:t>
                      </a:r>
                    </a:p>
                  </a:txBody>
                  <a:tcPr/>
                </a:tc>
                <a:tc>
                  <a:txBody>
                    <a:bodyPr/>
                    <a:lstStyle/>
                    <a:p>
                      <a:endParaRPr kumimoji="1" lang="ja-JP" altLang="en-US" dirty="0"/>
                    </a:p>
                  </a:txBody>
                  <a:tcPr/>
                </a:tc>
                <a:extLst>
                  <a:ext uri="{0D108BD9-81ED-4DB2-BD59-A6C34878D82A}">
                    <a16:rowId xmlns:a16="http://schemas.microsoft.com/office/drawing/2014/main" val="1103513866"/>
                  </a:ext>
                </a:extLst>
              </a:tr>
              <a:tr h="347275">
                <a:tc>
                  <a:txBody>
                    <a:bodyPr/>
                    <a:lstStyle/>
                    <a:p>
                      <a:r>
                        <a:rPr kumimoji="1" lang="ja-JP" altLang="en-US" dirty="0"/>
                        <a:t>■初めに</a:t>
                      </a:r>
                      <a:endParaRPr kumimoji="1" lang="en-US" altLang="ja-JP"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セーブデータは３つまで</a:t>
                      </a:r>
                    </a:p>
                  </a:txBody>
                  <a:tcPr/>
                </a:tc>
                <a:extLst>
                  <a:ext uri="{0D108BD9-81ED-4DB2-BD59-A6C34878D82A}">
                    <a16:rowId xmlns:a16="http://schemas.microsoft.com/office/drawing/2014/main" val="1304807445"/>
                  </a:ext>
                </a:extLst>
              </a:tr>
              <a:tr h="599406">
                <a:tc>
                  <a:txBody>
                    <a:bodyPr/>
                    <a:lstStyle/>
                    <a:p>
                      <a:r>
                        <a:rPr kumimoji="1" lang="ja-JP" altLang="en-US" dirty="0"/>
                        <a:t>■データ</a:t>
                      </a:r>
                    </a:p>
                  </a:txBody>
                  <a:tcPr/>
                </a:tc>
                <a:tc>
                  <a:txBody>
                    <a:bodyPr/>
                    <a:lstStyle/>
                    <a:p>
                      <a:r>
                        <a:rPr kumimoji="1" lang="ja-JP" altLang="en-US" dirty="0"/>
                        <a:t>ステージ画像　セーブしたステージに対応する画像を表示</a:t>
                      </a:r>
                      <a:endParaRPr kumimoji="1" lang="en-US" altLang="ja-JP" dirty="0"/>
                    </a:p>
                    <a:p>
                      <a:r>
                        <a:rPr kumimoji="1" lang="ja-JP" altLang="en-US" dirty="0"/>
                        <a:t>プレイ時間　　プレイ時間を</a:t>
                      </a:r>
                      <a:r>
                        <a:rPr kumimoji="1" lang="en-US" altLang="ja-JP" dirty="0" err="1"/>
                        <a:t>hhh:mm:ss</a:t>
                      </a:r>
                      <a:r>
                        <a:rPr kumimoji="1" lang="ja-JP" altLang="en-US" dirty="0"/>
                        <a:t>で表示</a:t>
                      </a:r>
                    </a:p>
                  </a:txBody>
                  <a:tcPr/>
                </a:tc>
                <a:extLst>
                  <a:ext uri="{0D108BD9-81ED-4DB2-BD59-A6C34878D82A}">
                    <a16:rowId xmlns:a16="http://schemas.microsoft.com/office/drawing/2014/main" val="751232495"/>
                  </a:ext>
                </a:extLst>
              </a:tr>
              <a:tr h="347275">
                <a:tc>
                  <a:txBody>
                    <a:bodyPr/>
                    <a:lstStyle/>
                    <a:p>
                      <a:r>
                        <a:rPr kumimoji="1" lang="ja-JP" altLang="en-US" dirty="0"/>
                        <a:t>■背景</a:t>
                      </a:r>
                    </a:p>
                  </a:txBody>
                  <a:tcPr/>
                </a:tc>
                <a:tc>
                  <a:txBody>
                    <a:bodyPr/>
                    <a:lstStyle/>
                    <a:p>
                      <a:r>
                        <a:rPr kumimoji="1" lang="ja-JP" altLang="en-US" dirty="0"/>
                        <a:t>全体の背景画像とデータ枠用の画像を用意</a:t>
                      </a:r>
                    </a:p>
                  </a:txBody>
                  <a:tcPr/>
                </a:tc>
                <a:extLst>
                  <a:ext uri="{0D108BD9-81ED-4DB2-BD59-A6C34878D82A}">
                    <a16:rowId xmlns:a16="http://schemas.microsoft.com/office/drawing/2014/main" val="2766608854"/>
                  </a:ext>
                </a:extLst>
              </a:tr>
              <a:tr h="856294">
                <a:tc>
                  <a:txBody>
                    <a:bodyPr/>
                    <a:lstStyle/>
                    <a:p>
                      <a:r>
                        <a:rPr kumimoji="1" lang="ja-JP" altLang="en-US" dirty="0"/>
                        <a:t>■遷移</a:t>
                      </a:r>
                    </a:p>
                  </a:txBody>
                  <a:tcPr/>
                </a:tc>
                <a:tc>
                  <a:txBody>
                    <a:bodyPr/>
                    <a:lstStyle/>
                    <a:p>
                      <a:r>
                        <a:rPr kumimoji="1" lang="ja-JP" altLang="en-US" dirty="0"/>
                        <a:t>セーブ画面として開いている時、キャンセルボタンで前の画面に戻る</a:t>
                      </a:r>
                      <a:endParaRPr kumimoji="1" lang="en-US" altLang="ja-JP" dirty="0"/>
                    </a:p>
                    <a:p>
                      <a:r>
                        <a:rPr kumimoji="1" lang="ja-JP" altLang="en-US" dirty="0"/>
                        <a:t>ロード画面として開いている時、データを選択したらロードしてプレイ画面へ</a:t>
                      </a:r>
                    </a:p>
                  </a:txBody>
                  <a:tcPr/>
                </a:tc>
                <a:extLst>
                  <a:ext uri="{0D108BD9-81ED-4DB2-BD59-A6C34878D82A}">
                    <a16:rowId xmlns:a16="http://schemas.microsoft.com/office/drawing/2014/main" val="4216477840"/>
                  </a:ext>
                </a:extLst>
              </a:tr>
              <a:tr h="347275">
                <a:tc>
                  <a:txBody>
                    <a:bodyPr/>
                    <a:lstStyle/>
                    <a:p>
                      <a:r>
                        <a:rPr kumimoji="1" lang="ja-JP" altLang="en-US" dirty="0"/>
                        <a:t>■その他</a:t>
                      </a:r>
                    </a:p>
                  </a:txBody>
                  <a:tcPr/>
                </a:tc>
                <a:tc>
                  <a:txBody>
                    <a:bodyPr/>
                    <a:lstStyle/>
                    <a:p>
                      <a:r>
                        <a:rPr kumimoji="1" lang="ja-JP" altLang="en-US" dirty="0"/>
                        <a:t>前の画面は裏側に残しておく</a:t>
                      </a:r>
                    </a:p>
                  </a:txBody>
                  <a:tcPr/>
                </a:tc>
                <a:extLst>
                  <a:ext uri="{0D108BD9-81ED-4DB2-BD59-A6C34878D82A}">
                    <a16:rowId xmlns:a16="http://schemas.microsoft.com/office/drawing/2014/main" val="2195010178"/>
                  </a:ext>
                </a:extLst>
              </a:tr>
            </a:tbl>
          </a:graphicData>
        </a:graphic>
      </p:graphicFrame>
    </p:spTree>
    <p:extLst>
      <p:ext uri="{BB962C8B-B14F-4D97-AF65-F5344CB8AC3E}">
        <p14:creationId xmlns:p14="http://schemas.microsoft.com/office/powerpoint/2010/main" val="20800492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DFE4D52E-3029-42E2-AC9E-7A3CFD69D042}"/>
              </a:ext>
            </a:extLst>
          </p:cNvPr>
          <p:cNvSpPr txBox="1"/>
          <p:nvPr/>
        </p:nvSpPr>
        <p:spPr>
          <a:xfrm>
            <a:off x="609600" y="927100"/>
            <a:ext cx="2106667" cy="1477328"/>
          </a:xfrm>
          <a:prstGeom prst="rect">
            <a:avLst/>
          </a:prstGeom>
          <a:noFill/>
        </p:spPr>
        <p:txBody>
          <a:bodyPr wrap="none" rtlCol="0">
            <a:spAutoFit/>
          </a:bodyPr>
          <a:lstStyle/>
          <a:p>
            <a:r>
              <a:rPr kumimoji="1" lang="ja-JP" altLang="en-US" dirty="0"/>
              <a:t>　  オプション</a:t>
            </a:r>
            <a:endParaRPr kumimoji="1" lang="en-US" altLang="ja-JP" dirty="0"/>
          </a:p>
          <a:p>
            <a:endParaRPr lang="en-US" altLang="ja-JP" dirty="0"/>
          </a:p>
          <a:p>
            <a:r>
              <a:rPr kumimoji="1" lang="en-US" altLang="ja-JP" dirty="0"/>
              <a:t>BGM</a:t>
            </a:r>
            <a:r>
              <a:rPr kumimoji="1" lang="ja-JP" altLang="en-US" dirty="0"/>
              <a:t>　■■■■□</a:t>
            </a:r>
            <a:endParaRPr kumimoji="1" lang="en-US" altLang="ja-JP" dirty="0"/>
          </a:p>
          <a:p>
            <a:r>
              <a:rPr lang="en-US" altLang="ja-JP" dirty="0"/>
              <a:t>SE</a:t>
            </a:r>
            <a:r>
              <a:rPr lang="ja-JP" altLang="en-US" dirty="0"/>
              <a:t>　　■■■□□</a:t>
            </a:r>
            <a:endParaRPr kumimoji="1" lang="ja-JP" altLang="en-US" dirty="0"/>
          </a:p>
          <a:p>
            <a:r>
              <a:rPr kumimoji="1" lang="ja-JP" altLang="en-US" dirty="0"/>
              <a:t>　</a:t>
            </a:r>
          </a:p>
        </p:txBody>
      </p:sp>
      <p:sp>
        <p:nvSpPr>
          <p:cNvPr id="6" name="テキスト ボックス 5">
            <a:extLst>
              <a:ext uri="{FF2B5EF4-FFF2-40B4-BE49-F238E27FC236}">
                <a16:creationId xmlns:a16="http://schemas.microsoft.com/office/drawing/2014/main" id="{AC70FCB1-C88C-4E37-AC2A-AE48E4C30F8C}"/>
              </a:ext>
            </a:extLst>
          </p:cNvPr>
          <p:cNvSpPr txBox="1"/>
          <p:nvPr/>
        </p:nvSpPr>
        <p:spPr>
          <a:xfrm>
            <a:off x="279400" y="228600"/>
            <a:ext cx="2339102" cy="461665"/>
          </a:xfrm>
          <a:prstGeom prst="rect">
            <a:avLst/>
          </a:prstGeom>
          <a:noFill/>
        </p:spPr>
        <p:txBody>
          <a:bodyPr wrap="none" rtlCol="0">
            <a:spAutoFit/>
          </a:bodyPr>
          <a:lstStyle/>
          <a:p>
            <a:r>
              <a:rPr kumimoji="1" lang="ja-JP" altLang="en-US" sz="2400" b="1" dirty="0"/>
              <a:t>オプション画面</a:t>
            </a:r>
          </a:p>
        </p:txBody>
      </p:sp>
      <p:graphicFrame>
        <p:nvGraphicFramePr>
          <p:cNvPr id="7" name="表 7">
            <a:extLst>
              <a:ext uri="{FF2B5EF4-FFF2-40B4-BE49-F238E27FC236}">
                <a16:creationId xmlns:a16="http://schemas.microsoft.com/office/drawing/2014/main" id="{D309F991-7809-40EF-98E9-890E12DE4256}"/>
              </a:ext>
            </a:extLst>
          </p:cNvPr>
          <p:cNvGraphicFramePr>
            <a:graphicFrameLocks noGrp="1"/>
          </p:cNvGraphicFramePr>
          <p:nvPr>
            <p:extLst>
              <p:ext uri="{D42A27DB-BD31-4B8C-83A1-F6EECF244321}">
                <p14:modId xmlns:p14="http://schemas.microsoft.com/office/powerpoint/2010/main" val="2126670953"/>
              </p:ext>
            </p:extLst>
          </p:nvPr>
        </p:nvGraphicFramePr>
        <p:xfrm>
          <a:off x="279400" y="2569528"/>
          <a:ext cx="10274300" cy="2494280"/>
        </p:xfrm>
        <a:graphic>
          <a:graphicData uri="http://schemas.openxmlformats.org/drawingml/2006/table">
            <a:tbl>
              <a:tblPr firstRow="1" bandRow="1">
                <a:tableStyleId>{5C22544A-7EE6-4342-B048-85BDC9FD1C3A}</a:tableStyleId>
              </a:tblPr>
              <a:tblGrid>
                <a:gridCol w="2730500">
                  <a:extLst>
                    <a:ext uri="{9D8B030D-6E8A-4147-A177-3AD203B41FA5}">
                      <a16:colId xmlns:a16="http://schemas.microsoft.com/office/drawing/2014/main" val="752271131"/>
                    </a:ext>
                  </a:extLst>
                </a:gridCol>
                <a:gridCol w="7543800">
                  <a:extLst>
                    <a:ext uri="{9D8B030D-6E8A-4147-A177-3AD203B41FA5}">
                      <a16:colId xmlns:a16="http://schemas.microsoft.com/office/drawing/2014/main" val="405599763"/>
                    </a:ext>
                  </a:extLst>
                </a:gridCol>
              </a:tblGrid>
              <a:tr h="370840">
                <a:tc>
                  <a:txBody>
                    <a:bodyPr/>
                    <a:lstStyle/>
                    <a:p>
                      <a:r>
                        <a:rPr kumimoji="1" lang="ja-JP" altLang="en-US" dirty="0"/>
                        <a:t>詳細</a:t>
                      </a:r>
                    </a:p>
                  </a:txBody>
                  <a:tcPr/>
                </a:tc>
                <a:tc>
                  <a:txBody>
                    <a:bodyPr/>
                    <a:lstStyle/>
                    <a:p>
                      <a:endParaRPr kumimoji="1" lang="ja-JP" altLang="en-US"/>
                    </a:p>
                  </a:txBody>
                  <a:tcPr/>
                </a:tc>
                <a:extLst>
                  <a:ext uri="{0D108BD9-81ED-4DB2-BD59-A6C34878D82A}">
                    <a16:rowId xmlns:a16="http://schemas.microsoft.com/office/drawing/2014/main" val="603641667"/>
                  </a:ext>
                </a:extLst>
              </a:tr>
              <a:tr h="370840">
                <a:tc>
                  <a:txBody>
                    <a:bodyPr/>
                    <a:lstStyle/>
                    <a:p>
                      <a:r>
                        <a:rPr kumimoji="1" lang="ja-JP" altLang="en-US" dirty="0"/>
                        <a:t>■初めに</a:t>
                      </a:r>
                    </a:p>
                  </a:txBody>
                  <a:tcPr/>
                </a:tc>
                <a:tc>
                  <a:txBody>
                    <a:bodyPr/>
                    <a:lstStyle/>
                    <a:p>
                      <a:r>
                        <a:rPr kumimoji="1" lang="ja-JP" altLang="en-US" dirty="0"/>
                        <a:t>５段階で調節</a:t>
                      </a:r>
                    </a:p>
                  </a:txBody>
                  <a:tcPr/>
                </a:tc>
                <a:extLst>
                  <a:ext uri="{0D108BD9-81ED-4DB2-BD59-A6C34878D82A}">
                    <a16:rowId xmlns:a16="http://schemas.microsoft.com/office/drawing/2014/main" val="224901059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a:t>
                      </a:r>
                      <a:r>
                        <a:rPr kumimoji="1" lang="en-US" altLang="ja-JP" dirty="0"/>
                        <a:t>BGM/SE</a:t>
                      </a:r>
                      <a:endParaRPr kumimoji="1" lang="ja-JP" altLang="en-US" dirty="0"/>
                    </a:p>
                  </a:txBody>
                  <a:tcPr/>
                </a:tc>
                <a:tc>
                  <a:txBody>
                    <a:bodyPr/>
                    <a:lstStyle/>
                    <a:p>
                      <a:r>
                        <a:rPr kumimoji="1" lang="ja-JP" altLang="en-US" dirty="0"/>
                        <a:t>選択中の項目にカーソル表示</a:t>
                      </a:r>
                    </a:p>
                  </a:txBody>
                  <a:tcPr/>
                </a:tc>
                <a:extLst>
                  <a:ext uri="{0D108BD9-81ED-4DB2-BD59-A6C34878D82A}">
                    <a16:rowId xmlns:a16="http://schemas.microsoft.com/office/drawing/2014/main" val="368015458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■背景</a:t>
                      </a:r>
                    </a:p>
                  </a:txBody>
                  <a:tcPr/>
                </a:tc>
                <a:tc>
                  <a:txBody>
                    <a:bodyPr/>
                    <a:lstStyle/>
                    <a:p>
                      <a:r>
                        <a:rPr kumimoji="1" lang="ja-JP" altLang="en-US" dirty="0"/>
                        <a:t>じゆう</a:t>
                      </a:r>
                    </a:p>
                  </a:txBody>
                  <a:tcPr/>
                </a:tc>
                <a:extLst>
                  <a:ext uri="{0D108BD9-81ED-4DB2-BD59-A6C34878D82A}">
                    <a16:rowId xmlns:a16="http://schemas.microsoft.com/office/drawing/2014/main" val="114625440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■遷移</a:t>
                      </a:r>
                    </a:p>
                  </a:txBody>
                  <a:tcPr/>
                </a:tc>
                <a:tc>
                  <a:txBody>
                    <a:bodyPr/>
                    <a:lstStyle/>
                    <a:p>
                      <a:r>
                        <a:rPr kumimoji="1" lang="ja-JP" altLang="en-US" dirty="0"/>
                        <a:t>キャンセルボタンが押された際に設定が変わっていたら設定を保存するか確認して前の画面に戻る</a:t>
                      </a:r>
                    </a:p>
                  </a:txBody>
                  <a:tcPr/>
                </a:tc>
                <a:extLst>
                  <a:ext uri="{0D108BD9-81ED-4DB2-BD59-A6C34878D82A}">
                    <a16:rowId xmlns:a16="http://schemas.microsoft.com/office/drawing/2014/main" val="61876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■その他</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前の画面は裏側に残しておく</a:t>
                      </a:r>
                    </a:p>
                  </a:txBody>
                  <a:tcPr/>
                </a:tc>
                <a:extLst>
                  <a:ext uri="{0D108BD9-81ED-4DB2-BD59-A6C34878D82A}">
                    <a16:rowId xmlns:a16="http://schemas.microsoft.com/office/drawing/2014/main" val="2205233710"/>
                  </a:ext>
                </a:extLst>
              </a:tr>
            </a:tbl>
          </a:graphicData>
        </a:graphic>
      </p:graphicFrame>
    </p:spTree>
    <p:extLst>
      <p:ext uri="{BB962C8B-B14F-4D97-AF65-F5344CB8AC3E}">
        <p14:creationId xmlns:p14="http://schemas.microsoft.com/office/powerpoint/2010/main" val="3336946448"/>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5F0D9E193D28814892BA96752E68B42F" ma:contentTypeVersion="11" ma:contentTypeDescription="新しいドキュメントを作成します。" ma:contentTypeScope="" ma:versionID="7ef2c4f7c5cf37d6221d7b1dda883374">
  <xsd:schema xmlns:xsd="http://www.w3.org/2001/XMLSchema" xmlns:xs="http://www.w3.org/2001/XMLSchema" xmlns:p="http://schemas.microsoft.com/office/2006/metadata/properties" xmlns:ns2="c0d4a769-b4b6-44f5-bafd-bfbeb89b0b0c" xmlns:ns3="26553de7-2a3a-444c-a024-df4cb947fd03" targetNamespace="http://schemas.microsoft.com/office/2006/metadata/properties" ma:root="true" ma:fieldsID="725cefcd41332f88909580cd13155635" ns2:_="" ns3:_="">
    <xsd:import namespace="c0d4a769-b4b6-44f5-bafd-bfbeb89b0b0c"/>
    <xsd:import namespace="26553de7-2a3a-444c-a024-df4cb947fd0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0d4a769-b4b6-44f5-bafd-bfbeb89b0b0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画像タグ" ma:readOnly="false" ma:fieldId="{5cf76f15-5ced-4ddc-b409-7134ff3c332f}" ma:taxonomyMulti="true" ma:sspId="c7b788f1-635f-435b-a825-11a9aec0b64e"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6553de7-2a3a-444c-a024-df4cb947fd03"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0001ad64-140f-4029-930f-4ba1abb62398}" ma:internalName="TaxCatchAll" ma:showField="CatchAllData" ma:web="26553de7-2a3a-444c-a024-df4cb947fd0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0d4a769-b4b6-44f5-bafd-bfbeb89b0b0c">
      <Terms xmlns="http://schemas.microsoft.com/office/infopath/2007/PartnerControls"/>
    </lcf76f155ced4ddcb4097134ff3c332f>
    <TaxCatchAll xmlns="26553de7-2a3a-444c-a024-df4cb947fd03" xsi:nil="true"/>
  </documentManagement>
</p:properties>
</file>

<file path=customXml/itemProps1.xml><?xml version="1.0" encoding="utf-8"?>
<ds:datastoreItem xmlns:ds="http://schemas.openxmlformats.org/officeDocument/2006/customXml" ds:itemID="{9733C0CF-56D9-4CF3-AE41-8832083F66A6}"/>
</file>

<file path=customXml/itemProps2.xml><?xml version="1.0" encoding="utf-8"?>
<ds:datastoreItem xmlns:ds="http://schemas.openxmlformats.org/officeDocument/2006/customXml" ds:itemID="{83F53C6A-AF10-41B9-9A41-83F908B5E598}"/>
</file>

<file path=customXml/itemProps3.xml><?xml version="1.0" encoding="utf-8"?>
<ds:datastoreItem xmlns:ds="http://schemas.openxmlformats.org/officeDocument/2006/customXml" ds:itemID="{C3754C93-8851-4568-B79C-6532DE58EEEF}"/>
</file>

<file path=docProps/app.xml><?xml version="1.0" encoding="utf-8"?>
<Properties xmlns="http://schemas.openxmlformats.org/officeDocument/2006/extended-properties" xmlns:vt="http://schemas.openxmlformats.org/officeDocument/2006/docPropsVTypes">
  <TotalTime>524</TotalTime>
  <Words>917</Words>
  <Application>Microsoft Office PowerPoint</Application>
  <PresentationFormat>ワイド画面</PresentationFormat>
  <Paragraphs>217</Paragraphs>
  <Slides>12</Slides>
  <Notes>0</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12</vt:i4>
      </vt:variant>
    </vt:vector>
  </HeadingPairs>
  <TitlesOfParts>
    <vt:vector size="20" baseType="lpstr">
      <vt:lpstr>游ゴシック</vt:lpstr>
      <vt:lpstr>游ゴシック Light</vt:lpstr>
      <vt:lpstr>Algerian</vt:lpstr>
      <vt:lpstr>Arial</vt:lpstr>
      <vt:lpstr>Bell MT</vt:lpstr>
      <vt:lpstr>Magneto</vt:lpstr>
      <vt:lpstr>Mongolian Baiti</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馬場　碧生</dc:creator>
  <cp:lastModifiedBy>馬場　碧生</cp:lastModifiedBy>
  <cp:revision>38</cp:revision>
  <dcterms:created xsi:type="dcterms:W3CDTF">2026-02-04T00:55:47Z</dcterms:created>
  <dcterms:modified xsi:type="dcterms:W3CDTF">2026-02-09T01:53:35Z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0x0101005F0D9E193D28814892BA96752E68B42F</vt:lpwstr>
  </property>
</Properties>
</file>